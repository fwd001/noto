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3716000" cy="8572500"/>
  <p:notesSz cx="13716000" cy="8572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716000" cy="857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13716000" cy="4191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Path"/>
          <p:cNvSpPr/>
          <p:nvPr/>
        </p:nvSpPr>
        <p:spPr>
          <a:xfrm>
            <a:off x="183270" y="164220"/>
            <a:ext cx="128760" cy="90660"/>
          </a:xfrm>
          <a:custGeom>
            <a:avLst/>
            <a:gdLst/>
            <a:ahLst/>
            <a:cxnLst/>
            <a:rect l="0" t="0" r="r" b="b"/>
            <a:pathLst>
              <a:path w="128760" h="90660">
                <a:moveTo>
                  <a:pt x="7230" y="86"/>
                </a:moveTo>
                <a:lnTo>
                  <a:pt x="121530" y="86"/>
                </a:lnTo>
                <a:quadBezTo>
                  <a:pt x="124525" y="0"/>
                  <a:pt x="126581" y="2179"/>
                </a:quadBezTo>
                <a:quadBezTo>
                  <a:pt x="128760" y="4235"/>
                  <a:pt x="128674" y="7230"/>
                </a:quadBezTo>
                <a:quadBezTo>
                  <a:pt x="128760" y="10225"/>
                  <a:pt x="126581" y="12281"/>
                </a:quadBezTo>
                <a:quadBezTo>
                  <a:pt x="124525" y="14460"/>
                  <a:pt x="121530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  <a:moveTo>
                  <a:pt x="7230" y="38186"/>
                </a:moveTo>
                <a:lnTo>
                  <a:pt x="121530" y="38186"/>
                </a:lnTo>
                <a:quadBezTo>
                  <a:pt x="124525" y="38100"/>
                  <a:pt x="126581" y="40279"/>
                </a:quadBezTo>
                <a:quadBezTo>
                  <a:pt x="128760" y="42335"/>
                  <a:pt x="128674" y="45330"/>
                </a:quadBezTo>
                <a:quadBezTo>
                  <a:pt x="128760" y="48325"/>
                  <a:pt x="126581" y="50381"/>
                </a:quadBezTo>
                <a:quadBezTo>
                  <a:pt x="124525" y="52560"/>
                  <a:pt x="121530" y="52474"/>
                </a:quadBezTo>
                <a:lnTo>
                  <a:pt x="7230" y="52474"/>
                </a:lnTo>
                <a:quadBezTo>
                  <a:pt x="4235" y="52560"/>
                  <a:pt x="2179" y="50381"/>
                </a:quadBezTo>
                <a:quadBezTo>
                  <a:pt x="0" y="48325"/>
                  <a:pt x="86" y="45330"/>
                </a:quadBezTo>
                <a:quadBezTo>
                  <a:pt x="0" y="42335"/>
                  <a:pt x="2179" y="40279"/>
                </a:quadBezTo>
                <a:quadBezTo>
                  <a:pt x="4235" y="38100"/>
                  <a:pt x="7230" y="38186"/>
                </a:quadBezTo>
                <a:close/>
                <a:moveTo>
                  <a:pt x="7230" y="76286"/>
                </a:moveTo>
                <a:lnTo>
                  <a:pt x="121530" y="76286"/>
                </a:lnTo>
                <a:quadBezTo>
                  <a:pt x="124525" y="76200"/>
                  <a:pt x="126581" y="78379"/>
                </a:quadBezTo>
                <a:quadBezTo>
                  <a:pt x="128760" y="80435"/>
                  <a:pt x="128674" y="83430"/>
                </a:quadBezTo>
                <a:quadBezTo>
                  <a:pt x="128760" y="86425"/>
                  <a:pt x="126581" y="88481"/>
                </a:quadBezTo>
                <a:quadBezTo>
                  <a:pt x="124525" y="90660"/>
                  <a:pt x="121530" y="90574"/>
                </a:quadBezTo>
                <a:lnTo>
                  <a:pt x="7230" y="90574"/>
                </a:lnTo>
                <a:quadBezTo>
                  <a:pt x="4235" y="90660"/>
                  <a:pt x="2179" y="88481"/>
                </a:quadBezTo>
                <a:quadBezTo>
                  <a:pt x="0" y="86425"/>
                  <a:pt x="86" y="83430"/>
                </a:quadBezTo>
                <a:quadBezTo>
                  <a:pt x="0" y="80435"/>
                  <a:pt x="2179" y="78379"/>
                </a:quadBezTo>
                <a:quadBezTo>
                  <a:pt x="4235" y="76200"/>
                  <a:pt x="7230" y="76286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"/>
          <p:cNvSpPr txBox="1"/>
          <p:nvPr/>
        </p:nvSpPr>
        <p:spPr>
          <a:xfrm>
            <a:off x="495300" y="133350"/>
            <a:ext cx="3027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05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Noto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895350" y="142875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本地优先</a:t>
            </a:r>
          </a:p>
        </p:txBody>
      </p:sp>
      <p:sp>
        <p:nvSpPr>
          <p:cNvPr id="7" name="Path"/>
          <p:cNvSpPr/>
          <p:nvPr/>
        </p:nvSpPr>
        <p:spPr>
          <a:xfrm>
            <a:off x="12327645" y="202320"/>
            <a:ext cx="109710" cy="14460"/>
          </a:xfrm>
          <a:custGeom>
            <a:avLst/>
            <a:gdLst/>
            <a:ahLst/>
            <a:cxnLst/>
            <a:rect l="0" t="0" r="r" b="b"/>
            <a:pathLst>
              <a:path w="109710" h="14460">
                <a:moveTo>
                  <a:pt x="7230" y="86"/>
                </a:moveTo>
                <a:lnTo>
                  <a:pt x="102480" y="86"/>
                </a:lnTo>
                <a:quadBezTo>
                  <a:pt x="105475" y="0"/>
                  <a:pt x="107531" y="2179"/>
                </a:quadBezTo>
                <a:quadBezTo>
                  <a:pt x="109710" y="4235"/>
                  <a:pt x="109624" y="7230"/>
                </a:quadBezTo>
                <a:quadBezTo>
                  <a:pt x="109710" y="10225"/>
                  <a:pt x="107531" y="12281"/>
                </a:quadBezTo>
                <a:quadBezTo>
                  <a:pt x="105475" y="14460"/>
                  <a:pt x="102480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12849225" y="161925"/>
            <a:ext cx="95250" cy="95250"/>
          </a:xfrm>
          <a:prstGeom prst="roundRect">
            <a:avLst>
              <a:gd name="adj" fmla="val 15000"/>
            </a:avLst>
          </a:prstGeom>
          <a:noFill/>
          <a:ln w="14288">
            <a:solidFill>
              <a:srgbClr val="6B6A6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13365870" y="164220"/>
            <a:ext cx="90660" cy="90660"/>
          </a:xfrm>
          <a:custGeom>
            <a:avLst/>
            <a:gdLst/>
            <a:ahLst/>
            <a:cxnLst/>
            <a:rect l="0" t="0" r="r" b="b"/>
            <a:pathLst>
              <a:path w="90660" h="90660">
                <a:moveTo>
                  <a:pt x="88481" y="12281"/>
                </a:moveTo>
                <a:lnTo>
                  <a:pt x="55433" y="45330"/>
                </a:lnTo>
                <a:lnTo>
                  <a:pt x="88481" y="78379"/>
                </a:lnTo>
                <a:quadBezTo>
                  <a:pt x="90660" y="80435"/>
                  <a:pt x="90574" y="83430"/>
                </a:quadBezTo>
                <a:quadBezTo>
                  <a:pt x="90660" y="86425"/>
                  <a:pt x="88481" y="88481"/>
                </a:quadBezTo>
                <a:quadBezTo>
                  <a:pt x="86425" y="90660"/>
                  <a:pt x="83430" y="90574"/>
                </a:quadBezTo>
                <a:quadBezTo>
                  <a:pt x="80435" y="90660"/>
                  <a:pt x="78379" y="88481"/>
                </a:quadBezTo>
                <a:lnTo>
                  <a:pt x="45330" y="55433"/>
                </a:lnTo>
                <a:lnTo>
                  <a:pt x="12281" y="88481"/>
                </a:lnTo>
                <a:quadBezTo>
                  <a:pt x="10225" y="90660"/>
                  <a:pt x="7230" y="90574"/>
                </a:quadBezTo>
                <a:quadBezTo>
                  <a:pt x="4235" y="90660"/>
                  <a:pt x="2179" y="88481"/>
                </a:quadBezTo>
                <a:quadBezTo>
                  <a:pt x="0" y="86425"/>
                  <a:pt x="86" y="83430"/>
                </a:quadBezTo>
                <a:quadBezTo>
                  <a:pt x="0" y="80435"/>
                  <a:pt x="2179" y="78379"/>
                </a:quadBezTo>
                <a:lnTo>
                  <a:pt x="35227" y="45330"/>
                </a:ln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lnTo>
                  <a:pt x="45330" y="35227"/>
                </a:lnTo>
                <a:lnTo>
                  <a:pt x="78379" y="2179"/>
                </a:lnTo>
                <a:quadBezTo>
                  <a:pt x="80435" y="0"/>
                  <a:pt x="83430" y="86"/>
                </a:quadBezTo>
                <a:quadBezTo>
                  <a:pt x="86425" y="0"/>
                  <a:pt x="88481" y="2179"/>
                </a:quadBezTo>
                <a:quadBezTo>
                  <a:pt x="90660" y="4235"/>
                  <a:pt x="90574" y="7230"/>
                </a:quadBezTo>
                <a:quadBezTo>
                  <a:pt x="90660" y="10225"/>
                  <a:pt x="88481" y="12281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4763" y="4763"/>
            <a:ext cx="13706475" cy="409575"/>
          </a:xfrm>
          <a:prstGeom prst="rect">
            <a:avLst/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0" y="419100"/>
            <a:ext cx="13716000" cy="720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0" y="419100"/>
            <a:ext cx="2476500" cy="72009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95250" y="533400"/>
            <a:ext cx="1485900" cy="381000"/>
          </a:xfrm>
          <a:prstGeom prst="roundRect">
            <a:avLst>
              <a:gd name="adj" fmla="val 50000"/>
            </a:avLst>
          </a:pr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ath"/>
          <p:cNvSpPr/>
          <p:nvPr/>
        </p:nvSpPr>
        <p:spPr>
          <a:xfrm>
            <a:off x="516645" y="678570"/>
            <a:ext cx="100185" cy="100185"/>
          </a:xfrm>
          <a:custGeom>
            <a:avLst/>
            <a:gdLst/>
            <a:ahLst/>
            <a:cxnLst/>
            <a:rect l="0" t="0" r="r" b="b"/>
            <a:pathLst>
              <a:path w="100185" h="100185">
                <a:moveTo>
                  <a:pt x="57236" y="7230"/>
                </a:moveTo>
                <a:lnTo>
                  <a:pt x="57236" y="42949"/>
                </a:lnTo>
                <a:lnTo>
                  <a:pt x="92955" y="42949"/>
                </a:lnTo>
                <a:quadBezTo>
                  <a:pt x="95950" y="42863"/>
                  <a:pt x="98006" y="45041"/>
                </a:quadBezTo>
                <a:quadBezTo>
                  <a:pt x="100185" y="47098"/>
                  <a:pt x="100099" y="50092"/>
                </a:quadBezTo>
                <a:quadBezTo>
                  <a:pt x="100185" y="53087"/>
                  <a:pt x="98006" y="55144"/>
                </a:quadBezTo>
                <a:quadBezTo>
                  <a:pt x="95950" y="57322"/>
                  <a:pt x="92955" y="57236"/>
                </a:quadBezTo>
                <a:lnTo>
                  <a:pt x="57236" y="57236"/>
                </a:lnTo>
                <a:lnTo>
                  <a:pt x="57236" y="92955"/>
                </a:lnTo>
                <a:quadBezTo>
                  <a:pt x="57322" y="95950"/>
                  <a:pt x="55144" y="98006"/>
                </a:quadBezTo>
                <a:quadBezTo>
                  <a:pt x="53087" y="100185"/>
                  <a:pt x="50092" y="100099"/>
                </a:quadBezTo>
                <a:quadBezTo>
                  <a:pt x="47098" y="100185"/>
                  <a:pt x="45041" y="98006"/>
                </a:quadBezTo>
                <a:quadBezTo>
                  <a:pt x="42863" y="95950"/>
                  <a:pt x="42949" y="92955"/>
                </a:quadBezTo>
                <a:lnTo>
                  <a:pt x="42949" y="57236"/>
                </a:lnTo>
                <a:lnTo>
                  <a:pt x="7230" y="57236"/>
                </a:lnTo>
                <a:quadBezTo>
                  <a:pt x="4235" y="57322"/>
                  <a:pt x="2179" y="55144"/>
                </a:quadBezTo>
                <a:quadBezTo>
                  <a:pt x="0" y="53087"/>
                  <a:pt x="86" y="50092"/>
                </a:quadBezTo>
                <a:quadBezTo>
                  <a:pt x="0" y="47098"/>
                  <a:pt x="2179" y="45041"/>
                </a:quadBezTo>
                <a:quadBezTo>
                  <a:pt x="4235" y="42863"/>
                  <a:pt x="7230" y="42949"/>
                </a:quadBezTo>
                <a:lnTo>
                  <a:pt x="42949" y="42949"/>
                </a:lnTo>
                <a:lnTo>
                  <a:pt x="42949" y="7230"/>
                </a:lnTo>
                <a:quadBezTo>
                  <a:pt x="42863" y="4235"/>
                  <a:pt x="45041" y="2179"/>
                </a:quadBezTo>
                <a:quadBezTo>
                  <a:pt x="47098" y="0"/>
                  <a:pt x="50092" y="86"/>
                </a:quadBezTo>
                <a:quadBezTo>
                  <a:pt x="53087" y="0"/>
                  <a:pt x="55144" y="2179"/>
                </a:quadBezTo>
                <a:quadBezTo>
                  <a:pt x="57322" y="4235"/>
                  <a:pt x="57236" y="72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704850" y="6477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新建笔记</a:t>
            </a:r>
          </a:p>
        </p:txBody>
      </p:sp>
      <p:sp>
        <p:nvSpPr>
          <p:cNvPr id="16" name="Rectangle"/>
          <p:cNvSpPr/>
          <p:nvPr/>
        </p:nvSpPr>
        <p:spPr>
          <a:xfrm>
            <a:off x="1657350" y="533400"/>
            <a:ext cx="7239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1905000" y="657225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模板</a:t>
            </a:r>
          </a:p>
        </p:txBody>
      </p:sp>
      <p:sp>
        <p:nvSpPr>
          <p:cNvPr id="18" name="Rectangle"/>
          <p:cNvSpPr/>
          <p:nvPr/>
        </p:nvSpPr>
        <p:spPr>
          <a:xfrm>
            <a:off x="1662113" y="538163"/>
            <a:ext cx="7143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95250" y="1066800"/>
            <a:ext cx="228600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ath"/>
          <p:cNvSpPr/>
          <p:nvPr/>
        </p:nvSpPr>
        <p:spPr>
          <a:xfrm>
            <a:off x="192881" y="1183481"/>
            <a:ext cx="128588" cy="119063"/>
          </a:xfrm>
          <a:custGeom>
            <a:avLst/>
            <a:gdLst/>
            <a:ahLst/>
            <a:cxnLst/>
            <a:rect l="0" t="0" r="r" b="b"/>
            <a:pathLst>
              <a:path w="128588" h="119063">
                <a:moveTo>
                  <a:pt x="111919" y="0"/>
                </a:moveTo>
                <a:quadBezTo>
                  <a:pt x="118823" y="0"/>
                  <a:pt x="123705" y="4882"/>
                </a:quadBezTo>
                <a:quadBezTo>
                  <a:pt x="128588" y="9764"/>
                  <a:pt x="128588" y="16669"/>
                </a:quadBezTo>
                <a:lnTo>
                  <a:pt x="128588" y="102394"/>
                </a:lnTo>
                <a:quadBezTo>
                  <a:pt x="128588" y="109298"/>
                  <a:pt x="123705" y="114180"/>
                </a:quadBezTo>
                <a:quadBezTo>
                  <a:pt x="118823" y="119062"/>
                  <a:pt x="111919" y="119063"/>
                </a:quadBezTo>
                <a:lnTo>
                  <a:pt x="16669" y="119063"/>
                </a:lnTo>
                <a:quadBezTo>
                  <a:pt x="9764" y="119062"/>
                  <a:pt x="4882" y="114180"/>
                </a:quadBezTo>
                <a:quadBezTo>
                  <a:pt x="0" y="109298"/>
                  <a:pt x="0" y="102394"/>
                </a:quadBezTo>
                <a:lnTo>
                  <a:pt x="0" y="16669"/>
                </a:lnTo>
                <a:quadBezTo>
                  <a:pt x="0" y="9764"/>
                  <a:pt x="4882" y="4882"/>
                </a:quadBezTo>
                <a:quadBezTo>
                  <a:pt x="9764" y="0"/>
                  <a:pt x="16669" y="0"/>
                </a:quadBezTo>
                <a:lnTo>
                  <a:pt x="111919" y="0"/>
                </a:lnTo>
                <a:close/>
                <a:moveTo>
                  <a:pt x="111919" y="14288"/>
                </a:moveTo>
                <a:lnTo>
                  <a:pt x="16669" y="14288"/>
                </a:lnTo>
                <a:quadBezTo>
                  <a:pt x="15682" y="14288"/>
                  <a:pt x="14985" y="14985"/>
                </a:quadBezTo>
                <a:quadBezTo>
                  <a:pt x="14288" y="15682"/>
                  <a:pt x="14288" y="16669"/>
                </a:quadBezTo>
                <a:lnTo>
                  <a:pt x="14288" y="102394"/>
                </a:lnTo>
                <a:quadBezTo>
                  <a:pt x="14288" y="103380"/>
                  <a:pt x="14985" y="104078"/>
                </a:quadBezTo>
                <a:quadBezTo>
                  <a:pt x="15682" y="104775"/>
                  <a:pt x="16669" y="104775"/>
                </a:quadBezTo>
                <a:lnTo>
                  <a:pt x="111919" y="104775"/>
                </a:lnTo>
                <a:quadBezTo>
                  <a:pt x="112905" y="104775"/>
                  <a:pt x="113603" y="104078"/>
                </a:quadBezTo>
                <a:quadBezTo>
                  <a:pt x="114300" y="103380"/>
                  <a:pt x="114300" y="102394"/>
                </a:quadBezTo>
                <a:lnTo>
                  <a:pt x="114300" y="16669"/>
                </a:lnTo>
                <a:quadBezTo>
                  <a:pt x="114300" y="15682"/>
                  <a:pt x="113603" y="14985"/>
                </a:quadBezTo>
                <a:quadBezTo>
                  <a:pt x="112905" y="14288"/>
                  <a:pt x="111919" y="14288"/>
                </a:quadBezTo>
                <a:close/>
              </a:path>
            </a:pathLst>
          </a:cu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ath"/>
          <p:cNvSpPr/>
          <p:nvPr/>
        </p:nvSpPr>
        <p:spPr>
          <a:xfrm>
            <a:off x="307095" y="1211970"/>
            <a:ext cx="62085" cy="62085"/>
          </a:xfrm>
          <a:custGeom>
            <a:avLst/>
            <a:gdLst/>
            <a:ahLst/>
            <a:cxnLst/>
            <a:rect l="0" t="0" r="r" b="b"/>
            <a:pathLst>
              <a:path w="62085" h="62085">
                <a:moveTo>
                  <a:pt x="7230" y="86"/>
                </a:moveTo>
                <a:lnTo>
                  <a:pt x="54855" y="86"/>
                </a:lnTo>
                <a:quadBezTo>
                  <a:pt x="57850" y="0"/>
                  <a:pt x="59906" y="2179"/>
                </a:quadBezTo>
                <a:quadBezTo>
                  <a:pt x="62085" y="4235"/>
                  <a:pt x="61999" y="7230"/>
                </a:quadBezTo>
                <a:quadBezTo>
                  <a:pt x="62085" y="10225"/>
                  <a:pt x="59906" y="12281"/>
                </a:quadBezTo>
                <a:quadBezTo>
                  <a:pt x="57850" y="14460"/>
                  <a:pt x="54855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  <a:moveTo>
                  <a:pt x="7230" y="23899"/>
                </a:moveTo>
                <a:lnTo>
                  <a:pt x="54855" y="23899"/>
                </a:lnTo>
                <a:quadBezTo>
                  <a:pt x="57850" y="23812"/>
                  <a:pt x="59906" y="25991"/>
                </a:quadBezTo>
                <a:quadBezTo>
                  <a:pt x="62085" y="28048"/>
                  <a:pt x="61999" y="31042"/>
                </a:quadBezTo>
                <a:quadBezTo>
                  <a:pt x="62085" y="34037"/>
                  <a:pt x="59906" y="36094"/>
                </a:quadBezTo>
                <a:quadBezTo>
                  <a:pt x="57850" y="38272"/>
                  <a:pt x="54855" y="38186"/>
                </a:quadBezTo>
                <a:lnTo>
                  <a:pt x="7230" y="38186"/>
                </a:lnTo>
                <a:quadBezTo>
                  <a:pt x="4235" y="38272"/>
                  <a:pt x="2179" y="36094"/>
                </a:quadBezTo>
                <a:quadBezTo>
                  <a:pt x="0" y="34037"/>
                  <a:pt x="86" y="31042"/>
                </a:quadBezTo>
                <a:quadBezTo>
                  <a:pt x="0" y="28048"/>
                  <a:pt x="2179" y="25991"/>
                </a:quadBezTo>
                <a:quadBezTo>
                  <a:pt x="4235" y="23812"/>
                  <a:pt x="7230" y="23899"/>
                </a:quadBezTo>
                <a:close/>
                <a:moveTo>
                  <a:pt x="7230" y="47711"/>
                </a:moveTo>
                <a:lnTo>
                  <a:pt x="35805" y="47711"/>
                </a:lnTo>
                <a:quadBezTo>
                  <a:pt x="38800" y="47625"/>
                  <a:pt x="40856" y="49804"/>
                </a:quadBezTo>
                <a:quadBezTo>
                  <a:pt x="43035" y="51860"/>
                  <a:pt x="42949" y="54855"/>
                </a:quadBezTo>
                <a:quadBezTo>
                  <a:pt x="43035" y="57850"/>
                  <a:pt x="40856" y="59906"/>
                </a:quadBezTo>
                <a:quadBezTo>
                  <a:pt x="38800" y="62085"/>
                  <a:pt x="35805" y="61999"/>
                </a:quadBezTo>
                <a:lnTo>
                  <a:pt x="7230" y="61999"/>
                </a:lnTo>
                <a:quadBezTo>
                  <a:pt x="4235" y="62085"/>
                  <a:pt x="2179" y="59906"/>
                </a:quadBezTo>
                <a:quadBezTo>
                  <a:pt x="0" y="57850"/>
                  <a:pt x="86" y="54855"/>
                </a:quadBezTo>
                <a:quadBezTo>
                  <a:pt x="0" y="51860"/>
                  <a:pt x="2179" y="49804"/>
                </a:quadBezTo>
                <a:quadBezTo>
                  <a:pt x="4235" y="47625"/>
                  <a:pt x="7230" y="47711"/>
                </a:quadBezTo>
                <a:close/>
              </a:path>
            </a:pathLst>
          </a:cu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361950" y="116205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全部笔记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2095500" y="1171575"/>
            <a:ext cx="18691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128</a:t>
            </a:r>
          </a:p>
        </p:txBody>
      </p:sp>
      <p:sp>
        <p:nvSpPr>
          <p:cNvPr id="24" name="Rectangle"/>
          <p:cNvSpPr/>
          <p:nvPr/>
        </p:nvSpPr>
        <p:spPr>
          <a:xfrm>
            <a:off x="95250" y="1428750"/>
            <a:ext cx="2286000" cy="342900"/>
          </a:xfrm>
          <a:prstGeom prst="roundRect">
            <a:avLst>
              <a:gd name="adj" fmla="val 16666"/>
            </a:avLst>
          </a:prstGeom>
          <a:solidFill>
            <a:srgbClr val="F6F5F2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171450" y="1552575"/>
            <a:ext cx="104775" cy="95250"/>
          </a:xfrm>
          <a:prstGeom prst="roundRect">
            <a:avLst>
              <a:gd name="adj" fmla="val 15000"/>
            </a:avLst>
          </a:prstGeom>
          <a:noFill/>
          <a:ln w="14288">
            <a:solidFill>
              <a:srgbClr val="4B4B4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Path"/>
          <p:cNvSpPr/>
          <p:nvPr/>
        </p:nvSpPr>
        <p:spPr>
          <a:xfrm>
            <a:off x="268995" y="1573920"/>
            <a:ext cx="119235" cy="59227"/>
          </a:xfrm>
          <a:custGeom>
            <a:avLst/>
            <a:gdLst/>
            <a:ahLst/>
            <a:cxnLst/>
            <a:rect l="0" t="0" r="r" b="b"/>
            <a:pathLst>
              <a:path w="119235" h="59227">
                <a:moveTo>
                  <a:pt x="42949" y="7230"/>
                </a:moveTo>
                <a:lnTo>
                  <a:pt x="42949" y="28185"/>
                </a:lnTo>
                <a:quadBezTo>
                  <a:pt x="43035" y="31180"/>
                  <a:pt x="40856" y="33236"/>
                </a:quadBezTo>
                <a:quadBezTo>
                  <a:pt x="38800" y="35415"/>
                  <a:pt x="35805" y="35329"/>
                </a:quadBezTo>
                <a:quadBezTo>
                  <a:pt x="32810" y="35415"/>
                  <a:pt x="30754" y="33236"/>
                </a:quadBezTo>
                <a:quadBezTo>
                  <a:pt x="28575" y="31180"/>
                  <a:pt x="28661" y="28185"/>
                </a:quadBezTo>
                <a:lnTo>
                  <a:pt x="28661" y="7230"/>
                </a:lnTo>
                <a:quadBezTo>
                  <a:pt x="28575" y="4235"/>
                  <a:pt x="30754" y="2179"/>
                </a:quadBezTo>
                <a:quadBezTo>
                  <a:pt x="32810" y="0"/>
                  <a:pt x="35805" y="86"/>
                </a:quadBezTo>
                <a:quadBezTo>
                  <a:pt x="38800" y="0"/>
                  <a:pt x="40856" y="2179"/>
                </a:quadBezTo>
                <a:quadBezTo>
                  <a:pt x="43035" y="4235"/>
                  <a:pt x="42949" y="7230"/>
                </a:quadBezTo>
                <a:close/>
                <a:moveTo>
                  <a:pt x="90574" y="7230"/>
                </a:moveTo>
                <a:lnTo>
                  <a:pt x="90574" y="28185"/>
                </a:lnTo>
                <a:quadBezTo>
                  <a:pt x="90660" y="31180"/>
                  <a:pt x="88481" y="33236"/>
                </a:quadBezTo>
                <a:quadBezTo>
                  <a:pt x="86425" y="35415"/>
                  <a:pt x="83430" y="35329"/>
                </a:quadBezTo>
                <a:quadBezTo>
                  <a:pt x="80435" y="35415"/>
                  <a:pt x="78379" y="33236"/>
                </a:quadBezTo>
                <a:quadBezTo>
                  <a:pt x="76200" y="31180"/>
                  <a:pt x="76286" y="28185"/>
                </a:quadBezTo>
                <a:lnTo>
                  <a:pt x="76286" y="7230"/>
                </a:lnTo>
                <a:quadBezTo>
                  <a:pt x="76200" y="4235"/>
                  <a:pt x="78379" y="2179"/>
                </a:quadBezTo>
                <a:quadBezTo>
                  <a:pt x="80435" y="0"/>
                  <a:pt x="83430" y="86"/>
                </a:quadBezTo>
                <a:quadBezTo>
                  <a:pt x="86425" y="0"/>
                  <a:pt x="88481" y="2179"/>
                </a:quadBezTo>
                <a:quadBezTo>
                  <a:pt x="90660" y="4235"/>
                  <a:pt x="90574" y="7230"/>
                </a:quadBezTo>
                <a:close/>
                <a:moveTo>
                  <a:pt x="7230" y="44854"/>
                </a:moveTo>
                <a:lnTo>
                  <a:pt x="112005" y="44854"/>
                </a:lnTo>
                <a:quadBezTo>
                  <a:pt x="115000" y="44767"/>
                  <a:pt x="117056" y="46946"/>
                </a:quadBezTo>
                <a:quadBezTo>
                  <a:pt x="119235" y="49003"/>
                  <a:pt x="119149" y="51997"/>
                </a:quadBezTo>
                <a:quadBezTo>
                  <a:pt x="119235" y="54992"/>
                  <a:pt x="117056" y="57049"/>
                </a:quadBezTo>
                <a:quadBezTo>
                  <a:pt x="115000" y="59227"/>
                  <a:pt x="112005" y="59141"/>
                </a:quadBezTo>
                <a:lnTo>
                  <a:pt x="7230" y="59141"/>
                </a:lnTo>
                <a:quadBezTo>
                  <a:pt x="4235" y="59227"/>
                  <a:pt x="2179" y="57049"/>
                </a:quadBezTo>
                <a:quadBezTo>
                  <a:pt x="0" y="54992"/>
                  <a:pt x="86" y="51997"/>
                </a:quadBezTo>
                <a:quadBezTo>
                  <a:pt x="0" y="49003"/>
                  <a:pt x="2179" y="46946"/>
                </a:quadBezTo>
                <a:quadBezTo>
                  <a:pt x="4235" y="44767"/>
                  <a:pt x="7230" y="44854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361950" y="1524000"/>
            <a:ext cx="247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今天</a:t>
            </a:r>
          </a:p>
        </p:txBody>
      </p:sp>
      <p:sp>
        <p:nvSpPr>
          <p:cNvPr id="28" name="Rectangle"/>
          <p:cNvSpPr/>
          <p:nvPr/>
        </p:nvSpPr>
        <p:spPr>
          <a:xfrm>
            <a:off x="95250" y="1790700"/>
            <a:ext cx="2286000" cy="342900"/>
          </a:xfrm>
          <a:prstGeom prst="roundRect">
            <a:avLst>
              <a:gd name="adj" fmla="val 16666"/>
            </a:avLst>
          </a:prstGeom>
          <a:solidFill>
            <a:srgbClr val="F6F5F2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Path"/>
          <p:cNvSpPr/>
          <p:nvPr/>
        </p:nvSpPr>
        <p:spPr>
          <a:xfrm>
            <a:off x="-197730" y="1916820"/>
            <a:ext cx="119235" cy="100185"/>
          </a:xfrm>
          <a:custGeom>
            <a:avLst/>
            <a:gdLst/>
            <a:ahLst/>
            <a:cxnLst/>
            <a:rect l="0" t="0" r="r" b="b"/>
            <a:pathLst>
              <a:path w="119235" h="100185">
                <a:moveTo>
                  <a:pt x="112005" y="86"/>
                </a:moveTo>
                <a:quadBezTo>
                  <a:pt x="115000" y="0"/>
                  <a:pt x="117056" y="2179"/>
                </a:quadBezTo>
                <a:quadBezTo>
                  <a:pt x="119235" y="4235"/>
                  <a:pt x="119149" y="7230"/>
                </a:quadBezTo>
                <a:lnTo>
                  <a:pt x="119149" y="92955"/>
                </a:lnTo>
                <a:quadBezTo>
                  <a:pt x="119235" y="95950"/>
                  <a:pt x="117056" y="98006"/>
                </a:quadBezTo>
                <a:quadBezTo>
                  <a:pt x="115000" y="100185"/>
                  <a:pt x="112005" y="100099"/>
                </a:quadBezTo>
                <a:lnTo>
                  <a:pt x="7230" y="100099"/>
                </a:lnTo>
                <a:quadBezTo>
                  <a:pt x="4235" y="100185"/>
                  <a:pt x="2179" y="98006"/>
                </a:quadBezTo>
                <a:quadBezTo>
                  <a:pt x="0" y="95950"/>
                  <a:pt x="86" y="92955"/>
                </a:quadBezTo>
                <a:lnTo>
                  <a:pt x="86" y="7230"/>
                </a:ln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lnTo>
                  <a:pt x="112005" y="86"/>
                </a:lnTo>
                <a:close/>
                <a:moveTo>
                  <a:pt x="14374" y="14374"/>
                </a:moveTo>
                <a:lnTo>
                  <a:pt x="14374" y="85811"/>
                </a:lnTo>
                <a:lnTo>
                  <a:pt x="104861" y="85811"/>
                </a:lnTo>
                <a:lnTo>
                  <a:pt x="104861" y="14374"/>
                </a:lnTo>
                <a:lnTo>
                  <a:pt x="14374" y="14374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Path"/>
          <p:cNvSpPr/>
          <p:nvPr/>
        </p:nvSpPr>
        <p:spPr>
          <a:xfrm>
            <a:off x="-92955" y="1935870"/>
            <a:ext cx="119235" cy="62085"/>
          </a:xfrm>
          <a:custGeom>
            <a:avLst/>
            <a:gdLst/>
            <a:ahLst/>
            <a:cxnLst/>
            <a:rect l="0" t="0" r="r" b="b"/>
            <a:pathLst>
              <a:path w="119235" h="62085">
                <a:moveTo>
                  <a:pt x="47711" y="7230"/>
                </a:moveTo>
                <a:lnTo>
                  <a:pt x="47711" y="45330"/>
                </a:lnTo>
                <a:quadBezTo>
                  <a:pt x="47748" y="46606"/>
                  <a:pt x="47374" y="47711"/>
                </a:quadBezTo>
                <a:lnTo>
                  <a:pt x="71861" y="47711"/>
                </a:lnTo>
                <a:quadBezTo>
                  <a:pt x="71487" y="46606"/>
                  <a:pt x="71524" y="45330"/>
                </a:quadBezTo>
                <a:lnTo>
                  <a:pt x="71524" y="7230"/>
                </a:lnTo>
                <a:quadBezTo>
                  <a:pt x="71437" y="4235"/>
                  <a:pt x="73616" y="2179"/>
                </a:quadBezTo>
                <a:quadBezTo>
                  <a:pt x="75673" y="0"/>
                  <a:pt x="78667" y="86"/>
                </a:quadBezTo>
                <a:quadBezTo>
                  <a:pt x="81662" y="0"/>
                  <a:pt x="83719" y="2179"/>
                </a:quadBezTo>
                <a:quadBezTo>
                  <a:pt x="85897" y="4235"/>
                  <a:pt x="85811" y="7230"/>
                </a:quadBezTo>
                <a:lnTo>
                  <a:pt x="85811" y="45330"/>
                </a:lnTo>
                <a:quadBezTo>
                  <a:pt x="85848" y="46606"/>
                  <a:pt x="85474" y="47711"/>
                </a:quadBezTo>
                <a:lnTo>
                  <a:pt x="112005" y="47711"/>
                </a:lnTo>
                <a:quadBezTo>
                  <a:pt x="115000" y="47625"/>
                  <a:pt x="117056" y="49804"/>
                </a:quadBezTo>
                <a:quadBezTo>
                  <a:pt x="119235" y="51860"/>
                  <a:pt x="119149" y="54855"/>
                </a:quadBezTo>
                <a:quadBezTo>
                  <a:pt x="119235" y="57850"/>
                  <a:pt x="117056" y="59906"/>
                </a:quadBezTo>
                <a:quadBezTo>
                  <a:pt x="115000" y="62085"/>
                  <a:pt x="112005" y="61999"/>
                </a:quadBezTo>
                <a:lnTo>
                  <a:pt x="7230" y="61999"/>
                </a:lnTo>
                <a:quadBezTo>
                  <a:pt x="4235" y="62085"/>
                  <a:pt x="2179" y="59906"/>
                </a:quadBezTo>
                <a:quadBezTo>
                  <a:pt x="0" y="57850"/>
                  <a:pt x="86" y="54855"/>
                </a:quadBezTo>
                <a:quadBezTo>
                  <a:pt x="0" y="51860"/>
                  <a:pt x="2179" y="49804"/>
                </a:quadBezTo>
                <a:quadBezTo>
                  <a:pt x="4235" y="47625"/>
                  <a:pt x="7230" y="47711"/>
                </a:quadBezTo>
                <a:lnTo>
                  <a:pt x="33761" y="47711"/>
                </a:lnTo>
                <a:quadBezTo>
                  <a:pt x="33387" y="46606"/>
                  <a:pt x="33424" y="45330"/>
                </a:quadBezTo>
                <a:lnTo>
                  <a:pt x="33424" y="7230"/>
                </a:lnTo>
                <a:quadBezTo>
                  <a:pt x="33338" y="4235"/>
                  <a:pt x="35516" y="2179"/>
                </a:quadBezTo>
                <a:quadBezTo>
                  <a:pt x="37573" y="0"/>
                  <a:pt x="40567" y="86"/>
                </a:quadBezTo>
                <a:quadBezTo>
                  <a:pt x="43562" y="0"/>
                  <a:pt x="45619" y="2179"/>
                </a:quadBezTo>
                <a:quadBezTo>
                  <a:pt x="47797" y="4235"/>
                  <a:pt x="47711" y="7230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"/>
          <p:cNvSpPr/>
          <p:nvPr/>
        </p:nvSpPr>
        <p:spPr>
          <a:xfrm>
            <a:off x="19050" y="1771650"/>
            <a:ext cx="9525" cy="381000"/>
          </a:xfrm>
          <a:prstGeom prst="roundRect">
            <a:avLst>
              <a:gd name="adj" fmla="val 50000"/>
            </a:avLst>
          </a:pr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Path"/>
          <p:cNvSpPr/>
          <p:nvPr/>
        </p:nvSpPr>
        <p:spPr>
          <a:xfrm>
            <a:off x="-312030" y="1916820"/>
            <a:ext cx="100185" cy="100185"/>
          </a:xfrm>
          <a:custGeom>
            <a:avLst/>
            <a:gdLst/>
            <a:ahLst/>
            <a:cxnLst/>
            <a:rect l="0" t="0" r="r" b="b"/>
            <a:pathLst>
              <a:path w="100185" h="100185">
                <a:moveTo>
                  <a:pt x="57236" y="7230"/>
                </a:moveTo>
                <a:lnTo>
                  <a:pt x="57236" y="42949"/>
                </a:lnTo>
                <a:lnTo>
                  <a:pt x="92955" y="42949"/>
                </a:lnTo>
                <a:quadBezTo>
                  <a:pt x="95950" y="42863"/>
                  <a:pt x="98006" y="45041"/>
                </a:quadBezTo>
                <a:quadBezTo>
                  <a:pt x="100185" y="47098"/>
                  <a:pt x="100099" y="50092"/>
                </a:quadBezTo>
                <a:quadBezTo>
                  <a:pt x="100185" y="53087"/>
                  <a:pt x="98006" y="55144"/>
                </a:quadBezTo>
                <a:quadBezTo>
                  <a:pt x="95950" y="57322"/>
                  <a:pt x="92955" y="57236"/>
                </a:quadBezTo>
                <a:lnTo>
                  <a:pt x="57236" y="57236"/>
                </a:lnTo>
                <a:lnTo>
                  <a:pt x="57236" y="92955"/>
                </a:lnTo>
                <a:quadBezTo>
                  <a:pt x="57322" y="95950"/>
                  <a:pt x="55144" y="98006"/>
                </a:quadBezTo>
                <a:quadBezTo>
                  <a:pt x="53087" y="100185"/>
                  <a:pt x="50092" y="100099"/>
                </a:quadBezTo>
                <a:quadBezTo>
                  <a:pt x="47098" y="100185"/>
                  <a:pt x="45041" y="98006"/>
                </a:quadBezTo>
                <a:quadBezTo>
                  <a:pt x="42863" y="95950"/>
                  <a:pt x="42949" y="92955"/>
                </a:quadBezTo>
                <a:lnTo>
                  <a:pt x="42949" y="57236"/>
                </a:lnTo>
                <a:lnTo>
                  <a:pt x="7230" y="57236"/>
                </a:lnTo>
                <a:quadBezTo>
                  <a:pt x="4235" y="57322"/>
                  <a:pt x="2179" y="55144"/>
                </a:quadBezTo>
                <a:quadBezTo>
                  <a:pt x="0" y="53087"/>
                  <a:pt x="86" y="50092"/>
                </a:quadBezTo>
                <a:quadBezTo>
                  <a:pt x="0" y="47098"/>
                  <a:pt x="2179" y="45041"/>
                </a:quadBezTo>
                <a:quadBezTo>
                  <a:pt x="4235" y="42863"/>
                  <a:pt x="7230" y="42949"/>
                </a:quadBezTo>
                <a:lnTo>
                  <a:pt x="42949" y="42949"/>
                </a:lnTo>
                <a:lnTo>
                  <a:pt x="42949" y="7230"/>
                </a:lnTo>
                <a:quadBezTo>
                  <a:pt x="42863" y="4235"/>
                  <a:pt x="45041" y="2179"/>
                </a:quadBezTo>
                <a:quadBezTo>
                  <a:pt x="47098" y="0"/>
                  <a:pt x="50092" y="86"/>
                </a:quadBezTo>
                <a:quadBezTo>
                  <a:pt x="53087" y="0"/>
                  <a:pt x="55144" y="2179"/>
                </a:quadBezTo>
                <a:quadBezTo>
                  <a:pt x="57322" y="4235"/>
                  <a:pt x="57236" y="72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-123825" y="188595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新建笔记</a:t>
            </a:r>
          </a:p>
        </p:txBody>
      </p:sp>
      <p:sp>
        <p:nvSpPr>
          <p:cNvPr id="34" name="Rectangle"/>
          <p:cNvSpPr/>
          <p:nvPr/>
        </p:nvSpPr>
        <p:spPr>
          <a:xfrm>
            <a:off x="19050" y="1771650"/>
            <a:ext cx="7239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266700" y="1895475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模板</a:t>
            </a:r>
          </a:p>
        </p:txBody>
      </p:sp>
      <p:sp>
        <p:nvSpPr>
          <p:cNvPr id="36" name="Rectangle"/>
          <p:cNvSpPr/>
          <p:nvPr/>
        </p:nvSpPr>
        <p:spPr>
          <a:xfrm>
            <a:off x="23813" y="1776413"/>
            <a:ext cx="7143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"/>
          <p:cNvSpPr txBox="1"/>
          <p:nvPr/>
        </p:nvSpPr>
        <p:spPr>
          <a:xfrm>
            <a:off x="361950" y="1885950"/>
            <a:ext cx="8667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需要处理的版本</a:t>
            </a:r>
          </a:p>
        </p:txBody>
      </p:sp>
      <p:sp>
        <p:nvSpPr>
          <p:cNvPr id="38" name="Rectangle"/>
          <p:cNvSpPr/>
          <p:nvPr/>
        </p:nvSpPr>
        <p:spPr>
          <a:xfrm>
            <a:off x="2085975" y="1866900"/>
            <a:ext cx="200025" cy="19050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2152650" y="1905000"/>
            <a:ext cx="63913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40" name="Rectangle"/>
          <p:cNvSpPr/>
          <p:nvPr/>
        </p:nvSpPr>
        <p:spPr>
          <a:xfrm>
            <a:off x="95250" y="2133600"/>
            <a:ext cx="2286000" cy="1104900"/>
          </a:xfrm>
          <a:prstGeom prst="roundRect">
            <a:avLst>
              <a:gd name="adj" fmla="val 5172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Ellipse"/>
          <p:cNvSpPr/>
          <p:nvPr/>
        </p:nvSpPr>
        <p:spPr>
          <a:xfrm>
            <a:off x="209550" y="2266950"/>
            <a:ext cx="119063" cy="119063"/>
          </a:xfrm>
          <a:prstGeom prst="ellipse">
            <a:avLst/>
          </a:prstGeom>
          <a:noFill/>
          <a:ln w="14288">
            <a:solidFill>
              <a:srgbClr val="6B6A6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2" name="Ellipse"/>
          <p:cNvSpPr/>
          <p:nvPr/>
        </p:nvSpPr>
        <p:spPr>
          <a:xfrm>
            <a:off x="323850" y="2305050"/>
            <a:ext cx="38100" cy="38100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428625" y="2257425"/>
            <a:ext cx="5715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同步已关闭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209550" y="2466975"/>
            <a:ext cx="19907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改动已经存在本机。要同步，先去设置里打开。</a:t>
            </a:r>
          </a:p>
        </p:txBody>
      </p:sp>
      <p:sp>
        <p:nvSpPr>
          <p:cNvPr id="45" name="Rectangle"/>
          <p:cNvSpPr/>
          <p:nvPr/>
        </p:nvSpPr>
        <p:spPr>
          <a:xfrm>
            <a:off x="209550" y="2857500"/>
            <a:ext cx="5715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"/>
          <p:cNvSpPr txBox="1"/>
          <p:nvPr/>
        </p:nvSpPr>
        <p:spPr>
          <a:xfrm>
            <a:off x="323850" y="2924175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24469A"/>
                </a:solidFill>
                <a:latin typeface="Inter Bold"/>
                <a:ea typeface="Inter Bold"/>
                <a:cs typeface="Inter Bold"/>
              </a:rPr>
              <a:t>去设置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190500" y="3467100"/>
            <a:ext cx="32956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 spc="60">
                <a:solidFill>
                  <a:srgbClr val="6B6A62"/>
                </a:solidFill>
                <a:latin typeface="Inter Bold"/>
                <a:ea typeface="Inter Bold"/>
                <a:cs typeface="Inter Bold"/>
              </a:rPr>
              <a:t>文件夹</a:t>
            </a:r>
          </a:p>
        </p:txBody>
      </p:sp>
      <p:sp>
        <p:nvSpPr>
          <p:cNvPr id="48" name="Path"/>
          <p:cNvSpPr/>
          <p:nvPr/>
        </p:nvSpPr>
        <p:spPr>
          <a:xfrm>
            <a:off x="2126456" y="3469474"/>
            <a:ext cx="130969" cy="111926"/>
          </a:xfrm>
          <a:custGeom>
            <a:avLst/>
            <a:gdLst/>
            <a:ahLst/>
            <a:cxnLst/>
            <a:rect l="0" t="0" r="r" b="b"/>
            <a:pathLst>
              <a:path w="130969" h="111926">
                <a:moveTo>
                  <a:pt x="19050" y="8"/>
                </a:moveTo>
                <a:lnTo>
                  <a:pt x="42863" y="8"/>
                </a:lnTo>
                <a:quadBezTo>
                  <a:pt x="44428" y="0"/>
                  <a:pt x="45848" y="661"/>
                </a:quadBezTo>
                <a:quadBezTo>
                  <a:pt x="47273" y="1309"/>
                  <a:pt x="48286" y="2502"/>
                </a:quadBezTo>
                <a:lnTo>
                  <a:pt x="60436" y="16676"/>
                </a:lnTo>
                <a:lnTo>
                  <a:pt x="111919" y="16676"/>
                </a:lnTo>
                <a:quadBezTo>
                  <a:pt x="119807" y="16676"/>
                  <a:pt x="125388" y="22257"/>
                </a:quadBezTo>
                <a:quadBezTo>
                  <a:pt x="130969" y="27838"/>
                  <a:pt x="130969" y="35726"/>
                </a:quadBezTo>
                <a:lnTo>
                  <a:pt x="130969" y="92876"/>
                </a:lnTo>
                <a:quadBezTo>
                  <a:pt x="130969" y="100765"/>
                  <a:pt x="125388" y="106346"/>
                </a:quadBezTo>
                <a:quadBezTo>
                  <a:pt x="119807" y="111926"/>
                  <a:pt x="111919" y="111926"/>
                </a:quadBezTo>
                <a:lnTo>
                  <a:pt x="19050" y="111926"/>
                </a:lnTo>
                <a:quadBezTo>
                  <a:pt x="11162" y="111926"/>
                  <a:pt x="5581" y="106346"/>
                </a:quadBezTo>
                <a:quadBezTo>
                  <a:pt x="0" y="100765"/>
                  <a:pt x="0" y="92876"/>
                </a:quadBezTo>
                <a:lnTo>
                  <a:pt x="0" y="19058"/>
                </a:lnTo>
                <a:quadBezTo>
                  <a:pt x="0" y="11170"/>
                  <a:pt x="5581" y="5589"/>
                </a:quadBezTo>
                <a:quadBezTo>
                  <a:pt x="11162" y="8"/>
                  <a:pt x="19050" y="8"/>
                </a:quadBezTo>
                <a:close/>
                <a:moveTo>
                  <a:pt x="19050" y="14295"/>
                </a:moveTo>
                <a:quadBezTo>
                  <a:pt x="17080" y="14295"/>
                  <a:pt x="15684" y="15691"/>
                </a:quadBezTo>
                <a:quadBezTo>
                  <a:pt x="14288" y="17088"/>
                  <a:pt x="14288" y="19058"/>
                </a:quadBezTo>
                <a:lnTo>
                  <a:pt x="14288" y="92876"/>
                </a:lnTo>
                <a:quadBezTo>
                  <a:pt x="14288" y="94847"/>
                  <a:pt x="15684" y="96243"/>
                </a:quadBezTo>
                <a:quadBezTo>
                  <a:pt x="17080" y="97639"/>
                  <a:pt x="19050" y="97639"/>
                </a:quadBezTo>
                <a:lnTo>
                  <a:pt x="111919" y="97639"/>
                </a:lnTo>
                <a:quadBezTo>
                  <a:pt x="113889" y="97639"/>
                  <a:pt x="115285" y="96243"/>
                </a:quadBezTo>
                <a:quadBezTo>
                  <a:pt x="116681" y="94847"/>
                  <a:pt x="116681" y="92876"/>
                </a:quadBezTo>
                <a:lnTo>
                  <a:pt x="116681" y="35726"/>
                </a:lnTo>
                <a:quadBezTo>
                  <a:pt x="116681" y="33756"/>
                  <a:pt x="115285" y="32360"/>
                </a:quadBezTo>
                <a:quadBezTo>
                  <a:pt x="113889" y="30964"/>
                  <a:pt x="111919" y="30964"/>
                </a:quadBezTo>
                <a:lnTo>
                  <a:pt x="57150" y="30964"/>
                </a:lnTo>
                <a:quadBezTo>
                  <a:pt x="55584" y="30972"/>
                  <a:pt x="54165" y="30310"/>
                </a:quadBezTo>
                <a:quadBezTo>
                  <a:pt x="52739" y="29663"/>
                  <a:pt x="51726" y="28469"/>
                </a:quadBezTo>
                <a:lnTo>
                  <a:pt x="39577" y="14295"/>
                </a:lnTo>
                <a:lnTo>
                  <a:pt x="19050" y="14295"/>
                </a:ln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Path"/>
          <p:cNvSpPr/>
          <p:nvPr/>
        </p:nvSpPr>
        <p:spPr>
          <a:xfrm>
            <a:off x="2240670" y="3497970"/>
            <a:ext cx="52560" cy="52560"/>
          </a:xfrm>
          <a:custGeom>
            <a:avLst/>
            <a:gdLst/>
            <a:ahLst/>
            <a:cxnLst/>
            <a:rect l="0" t="0" r="r" b="b"/>
            <a:pathLst>
              <a:path w="52560" h="52560">
                <a:moveTo>
                  <a:pt x="33424" y="7230"/>
                </a:moveTo>
                <a:lnTo>
                  <a:pt x="33424" y="19136"/>
                </a:lnTo>
                <a:lnTo>
                  <a:pt x="45330" y="19136"/>
                </a:lnTo>
                <a:quadBezTo>
                  <a:pt x="48325" y="19050"/>
                  <a:pt x="50381" y="21229"/>
                </a:quadBezTo>
                <a:quadBezTo>
                  <a:pt x="52560" y="23285"/>
                  <a:pt x="52474" y="26280"/>
                </a:quadBezTo>
                <a:quadBezTo>
                  <a:pt x="52560" y="29275"/>
                  <a:pt x="50381" y="31331"/>
                </a:quadBezTo>
                <a:quadBezTo>
                  <a:pt x="48325" y="33510"/>
                  <a:pt x="45330" y="33424"/>
                </a:quadBezTo>
                <a:lnTo>
                  <a:pt x="33424" y="33424"/>
                </a:lnTo>
                <a:lnTo>
                  <a:pt x="33424" y="45330"/>
                </a:lnTo>
                <a:quadBezTo>
                  <a:pt x="33510" y="48325"/>
                  <a:pt x="31331" y="50381"/>
                </a:quadBezTo>
                <a:quadBezTo>
                  <a:pt x="29275" y="52560"/>
                  <a:pt x="26280" y="52474"/>
                </a:quadBezTo>
                <a:quadBezTo>
                  <a:pt x="23285" y="52560"/>
                  <a:pt x="21229" y="50381"/>
                </a:quadBezTo>
                <a:quadBezTo>
                  <a:pt x="19050" y="48325"/>
                  <a:pt x="19136" y="45330"/>
                </a:quadBezTo>
                <a:lnTo>
                  <a:pt x="19136" y="33424"/>
                </a:lnTo>
                <a:lnTo>
                  <a:pt x="7230" y="33424"/>
                </a:lnTo>
                <a:quadBezTo>
                  <a:pt x="4235" y="33510"/>
                  <a:pt x="2179" y="31331"/>
                </a:quadBezTo>
                <a:quadBezTo>
                  <a:pt x="0" y="29275"/>
                  <a:pt x="86" y="26280"/>
                </a:quadBezTo>
                <a:quadBezTo>
                  <a:pt x="0" y="23285"/>
                  <a:pt x="2179" y="21229"/>
                </a:quadBezTo>
                <a:quadBezTo>
                  <a:pt x="4235" y="19050"/>
                  <a:pt x="7230" y="19136"/>
                </a:quadBezTo>
                <a:lnTo>
                  <a:pt x="19136" y="19136"/>
                </a:lnTo>
                <a:lnTo>
                  <a:pt x="19136" y="7230"/>
                </a:lnTo>
                <a:quadBezTo>
                  <a:pt x="19050" y="4235"/>
                  <a:pt x="21229" y="2179"/>
                </a:quadBezTo>
                <a:quadBezTo>
                  <a:pt x="23285" y="0"/>
                  <a:pt x="26280" y="86"/>
                </a:quadBezTo>
                <a:quadBezTo>
                  <a:pt x="29275" y="0"/>
                  <a:pt x="31331" y="2179"/>
                </a:quadBezTo>
                <a:quadBezTo>
                  <a:pt x="33510" y="4235"/>
                  <a:pt x="33424" y="7230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"/>
          <p:cNvSpPr/>
          <p:nvPr/>
        </p:nvSpPr>
        <p:spPr>
          <a:xfrm>
            <a:off x="95250" y="365760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F6F5F2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Path"/>
          <p:cNvSpPr/>
          <p:nvPr/>
        </p:nvSpPr>
        <p:spPr>
          <a:xfrm>
            <a:off x="211931" y="3764749"/>
            <a:ext cx="130969" cy="111926"/>
          </a:xfrm>
          <a:custGeom>
            <a:avLst/>
            <a:gdLst/>
            <a:ahLst/>
            <a:cxnLst/>
            <a:rect l="0" t="0" r="r" b="b"/>
            <a:pathLst>
              <a:path w="130969" h="111926">
                <a:moveTo>
                  <a:pt x="19050" y="8"/>
                </a:moveTo>
                <a:lnTo>
                  <a:pt x="42863" y="8"/>
                </a:lnTo>
                <a:quadBezTo>
                  <a:pt x="44428" y="0"/>
                  <a:pt x="45848" y="661"/>
                </a:quadBezTo>
                <a:quadBezTo>
                  <a:pt x="47273" y="1309"/>
                  <a:pt x="48286" y="2502"/>
                </a:quadBezTo>
                <a:lnTo>
                  <a:pt x="60436" y="16676"/>
                </a:lnTo>
                <a:lnTo>
                  <a:pt x="111919" y="16676"/>
                </a:lnTo>
                <a:quadBezTo>
                  <a:pt x="119807" y="16676"/>
                  <a:pt x="125388" y="22257"/>
                </a:quadBezTo>
                <a:quadBezTo>
                  <a:pt x="130969" y="27838"/>
                  <a:pt x="130969" y="35726"/>
                </a:quadBezTo>
                <a:lnTo>
                  <a:pt x="130969" y="92876"/>
                </a:lnTo>
                <a:quadBezTo>
                  <a:pt x="130969" y="100765"/>
                  <a:pt x="125388" y="106346"/>
                </a:quadBezTo>
                <a:quadBezTo>
                  <a:pt x="119807" y="111926"/>
                  <a:pt x="111919" y="111926"/>
                </a:quadBezTo>
                <a:lnTo>
                  <a:pt x="19050" y="111926"/>
                </a:lnTo>
                <a:quadBezTo>
                  <a:pt x="11162" y="111926"/>
                  <a:pt x="5581" y="106346"/>
                </a:quadBezTo>
                <a:quadBezTo>
                  <a:pt x="0" y="100765"/>
                  <a:pt x="0" y="92876"/>
                </a:quadBezTo>
                <a:lnTo>
                  <a:pt x="0" y="19058"/>
                </a:lnTo>
                <a:quadBezTo>
                  <a:pt x="0" y="11170"/>
                  <a:pt x="5581" y="5589"/>
                </a:quadBezTo>
                <a:quadBezTo>
                  <a:pt x="11162" y="8"/>
                  <a:pt x="19050" y="8"/>
                </a:quadBezTo>
                <a:close/>
                <a:moveTo>
                  <a:pt x="19050" y="14295"/>
                </a:moveTo>
                <a:quadBezTo>
                  <a:pt x="17080" y="14295"/>
                  <a:pt x="15684" y="15691"/>
                </a:quadBezTo>
                <a:quadBezTo>
                  <a:pt x="14288" y="17088"/>
                  <a:pt x="14288" y="19058"/>
                </a:quadBezTo>
                <a:lnTo>
                  <a:pt x="14288" y="92876"/>
                </a:lnTo>
                <a:quadBezTo>
                  <a:pt x="14288" y="94847"/>
                  <a:pt x="15684" y="96243"/>
                </a:quadBezTo>
                <a:quadBezTo>
                  <a:pt x="17080" y="97639"/>
                  <a:pt x="19050" y="97639"/>
                </a:quadBezTo>
                <a:lnTo>
                  <a:pt x="111919" y="97639"/>
                </a:lnTo>
                <a:quadBezTo>
                  <a:pt x="113889" y="97639"/>
                  <a:pt x="115285" y="96243"/>
                </a:quadBezTo>
                <a:quadBezTo>
                  <a:pt x="116681" y="94847"/>
                  <a:pt x="116681" y="92876"/>
                </a:quadBezTo>
                <a:lnTo>
                  <a:pt x="116681" y="35726"/>
                </a:lnTo>
                <a:quadBezTo>
                  <a:pt x="116681" y="33756"/>
                  <a:pt x="115285" y="32360"/>
                </a:quadBezTo>
                <a:quadBezTo>
                  <a:pt x="113889" y="30964"/>
                  <a:pt x="111919" y="30964"/>
                </a:quadBezTo>
                <a:lnTo>
                  <a:pt x="57150" y="30964"/>
                </a:lnTo>
                <a:quadBezTo>
                  <a:pt x="55584" y="30972"/>
                  <a:pt x="54165" y="30310"/>
                </a:quadBezTo>
                <a:quadBezTo>
                  <a:pt x="52739" y="29663"/>
                  <a:pt x="51726" y="28469"/>
                </a:quadBezTo>
                <a:lnTo>
                  <a:pt x="39577" y="14295"/>
                </a:lnTo>
                <a:lnTo>
                  <a:pt x="19050" y="14295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"/>
          <p:cNvSpPr txBox="1"/>
          <p:nvPr/>
        </p:nvSpPr>
        <p:spPr>
          <a:xfrm>
            <a:off x="361950" y="3743325"/>
            <a:ext cx="3714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默认本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2143125" y="3752850"/>
            <a:ext cx="14175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96</a:t>
            </a:r>
          </a:p>
        </p:txBody>
      </p:sp>
      <p:sp>
        <p:nvSpPr>
          <p:cNvPr id="54" name="Rectangle"/>
          <p:cNvSpPr/>
          <p:nvPr/>
        </p:nvSpPr>
        <p:spPr>
          <a:xfrm>
            <a:off x="95250" y="400050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Path"/>
          <p:cNvSpPr/>
          <p:nvPr/>
        </p:nvSpPr>
        <p:spPr>
          <a:xfrm>
            <a:off x="211931" y="4107649"/>
            <a:ext cx="130969" cy="111926"/>
          </a:xfrm>
          <a:custGeom>
            <a:avLst/>
            <a:gdLst/>
            <a:ahLst/>
            <a:cxnLst/>
            <a:rect l="0" t="0" r="r" b="b"/>
            <a:pathLst>
              <a:path w="130969" h="111926">
                <a:moveTo>
                  <a:pt x="19050" y="8"/>
                </a:moveTo>
                <a:lnTo>
                  <a:pt x="42863" y="8"/>
                </a:lnTo>
                <a:quadBezTo>
                  <a:pt x="44428" y="0"/>
                  <a:pt x="45848" y="661"/>
                </a:quadBezTo>
                <a:quadBezTo>
                  <a:pt x="47273" y="1309"/>
                  <a:pt x="48286" y="2502"/>
                </a:quadBezTo>
                <a:lnTo>
                  <a:pt x="60436" y="16676"/>
                </a:lnTo>
                <a:lnTo>
                  <a:pt x="111919" y="16676"/>
                </a:lnTo>
                <a:quadBezTo>
                  <a:pt x="119807" y="16676"/>
                  <a:pt x="125388" y="22257"/>
                </a:quadBezTo>
                <a:quadBezTo>
                  <a:pt x="130969" y="27838"/>
                  <a:pt x="130969" y="35726"/>
                </a:quadBezTo>
                <a:lnTo>
                  <a:pt x="130969" y="92876"/>
                </a:lnTo>
                <a:quadBezTo>
                  <a:pt x="130969" y="100765"/>
                  <a:pt x="125388" y="106346"/>
                </a:quadBezTo>
                <a:quadBezTo>
                  <a:pt x="119807" y="111926"/>
                  <a:pt x="111919" y="111926"/>
                </a:quadBezTo>
                <a:lnTo>
                  <a:pt x="19050" y="111926"/>
                </a:lnTo>
                <a:quadBezTo>
                  <a:pt x="11162" y="111926"/>
                  <a:pt x="5581" y="106346"/>
                </a:quadBezTo>
                <a:quadBezTo>
                  <a:pt x="0" y="100765"/>
                  <a:pt x="0" y="92876"/>
                </a:quadBezTo>
                <a:lnTo>
                  <a:pt x="0" y="19058"/>
                </a:lnTo>
                <a:quadBezTo>
                  <a:pt x="0" y="11170"/>
                  <a:pt x="5581" y="5589"/>
                </a:quadBezTo>
                <a:quadBezTo>
                  <a:pt x="11162" y="8"/>
                  <a:pt x="19050" y="8"/>
                </a:quadBezTo>
                <a:close/>
                <a:moveTo>
                  <a:pt x="19050" y="14295"/>
                </a:moveTo>
                <a:quadBezTo>
                  <a:pt x="17080" y="14295"/>
                  <a:pt x="15684" y="15691"/>
                </a:quadBezTo>
                <a:quadBezTo>
                  <a:pt x="14288" y="17088"/>
                  <a:pt x="14288" y="19058"/>
                </a:quadBezTo>
                <a:lnTo>
                  <a:pt x="14288" y="92876"/>
                </a:lnTo>
                <a:quadBezTo>
                  <a:pt x="14288" y="94847"/>
                  <a:pt x="15684" y="96243"/>
                </a:quadBezTo>
                <a:quadBezTo>
                  <a:pt x="17080" y="97639"/>
                  <a:pt x="19050" y="97639"/>
                </a:quadBezTo>
                <a:lnTo>
                  <a:pt x="111919" y="97639"/>
                </a:lnTo>
                <a:quadBezTo>
                  <a:pt x="113889" y="97639"/>
                  <a:pt x="115285" y="96243"/>
                </a:quadBezTo>
                <a:quadBezTo>
                  <a:pt x="116681" y="94847"/>
                  <a:pt x="116681" y="92876"/>
                </a:quadBezTo>
                <a:lnTo>
                  <a:pt x="116681" y="35726"/>
                </a:lnTo>
                <a:quadBezTo>
                  <a:pt x="116681" y="33756"/>
                  <a:pt x="115285" y="32360"/>
                </a:quadBezTo>
                <a:quadBezTo>
                  <a:pt x="113889" y="30964"/>
                  <a:pt x="111919" y="30964"/>
                </a:quadBezTo>
                <a:lnTo>
                  <a:pt x="57150" y="30964"/>
                </a:lnTo>
                <a:quadBezTo>
                  <a:pt x="55584" y="30972"/>
                  <a:pt x="54165" y="30310"/>
                </a:quadBezTo>
                <a:quadBezTo>
                  <a:pt x="52739" y="29663"/>
                  <a:pt x="51726" y="28469"/>
                </a:quadBezTo>
                <a:lnTo>
                  <a:pt x="39577" y="14295"/>
                </a:lnTo>
                <a:lnTo>
                  <a:pt x="19050" y="14295"/>
                </a:lnTo>
                <a:close/>
              </a:path>
            </a:pathLst>
          </a:cu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"/>
          <p:cNvSpPr txBox="1"/>
          <p:nvPr/>
        </p:nvSpPr>
        <p:spPr>
          <a:xfrm>
            <a:off x="361950" y="4086225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会议记录</a:t>
            </a:r>
          </a:p>
        </p:txBody>
      </p:sp>
      <p:sp>
        <p:nvSpPr>
          <p:cNvPr id="57" name="Rectangle"/>
          <p:cNvSpPr/>
          <p:nvPr/>
        </p:nvSpPr>
        <p:spPr>
          <a:xfrm>
            <a:off x="95250" y="434340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F6F5F2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Path"/>
          <p:cNvSpPr/>
          <p:nvPr/>
        </p:nvSpPr>
        <p:spPr>
          <a:xfrm>
            <a:off x="211931" y="4450549"/>
            <a:ext cx="130969" cy="111926"/>
          </a:xfrm>
          <a:custGeom>
            <a:avLst/>
            <a:gdLst/>
            <a:ahLst/>
            <a:cxnLst/>
            <a:rect l="0" t="0" r="r" b="b"/>
            <a:pathLst>
              <a:path w="130969" h="111926">
                <a:moveTo>
                  <a:pt x="19050" y="8"/>
                </a:moveTo>
                <a:lnTo>
                  <a:pt x="42863" y="8"/>
                </a:lnTo>
                <a:quadBezTo>
                  <a:pt x="44428" y="0"/>
                  <a:pt x="45848" y="661"/>
                </a:quadBezTo>
                <a:quadBezTo>
                  <a:pt x="47273" y="1309"/>
                  <a:pt x="48286" y="2502"/>
                </a:quadBezTo>
                <a:lnTo>
                  <a:pt x="60436" y="16676"/>
                </a:lnTo>
                <a:lnTo>
                  <a:pt x="111919" y="16676"/>
                </a:lnTo>
                <a:quadBezTo>
                  <a:pt x="119807" y="16676"/>
                  <a:pt x="125388" y="22257"/>
                </a:quadBezTo>
                <a:quadBezTo>
                  <a:pt x="130969" y="27838"/>
                  <a:pt x="130969" y="35726"/>
                </a:quadBezTo>
                <a:lnTo>
                  <a:pt x="130969" y="92876"/>
                </a:lnTo>
                <a:quadBezTo>
                  <a:pt x="130969" y="100765"/>
                  <a:pt x="125388" y="106346"/>
                </a:quadBezTo>
                <a:quadBezTo>
                  <a:pt x="119807" y="111926"/>
                  <a:pt x="111919" y="111926"/>
                </a:quadBezTo>
                <a:lnTo>
                  <a:pt x="19050" y="111926"/>
                </a:lnTo>
                <a:quadBezTo>
                  <a:pt x="11162" y="111926"/>
                  <a:pt x="5581" y="106346"/>
                </a:quadBezTo>
                <a:quadBezTo>
                  <a:pt x="0" y="100765"/>
                  <a:pt x="0" y="92876"/>
                </a:quadBezTo>
                <a:lnTo>
                  <a:pt x="0" y="19058"/>
                </a:lnTo>
                <a:quadBezTo>
                  <a:pt x="0" y="11170"/>
                  <a:pt x="5581" y="5589"/>
                </a:quadBezTo>
                <a:quadBezTo>
                  <a:pt x="11162" y="8"/>
                  <a:pt x="19050" y="8"/>
                </a:quadBezTo>
                <a:close/>
                <a:moveTo>
                  <a:pt x="19050" y="14295"/>
                </a:moveTo>
                <a:quadBezTo>
                  <a:pt x="17080" y="14295"/>
                  <a:pt x="15684" y="15691"/>
                </a:quadBezTo>
                <a:quadBezTo>
                  <a:pt x="14288" y="17088"/>
                  <a:pt x="14288" y="19058"/>
                </a:quadBezTo>
                <a:lnTo>
                  <a:pt x="14288" y="92876"/>
                </a:lnTo>
                <a:quadBezTo>
                  <a:pt x="14288" y="94847"/>
                  <a:pt x="15684" y="96243"/>
                </a:quadBezTo>
                <a:quadBezTo>
                  <a:pt x="17080" y="97639"/>
                  <a:pt x="19050" y="97639"/>
                </a:quadBezTo>
                <a:lnTo>
                  <a:pt x="111919" y="97639"/>
                </a:lnTo>
                <a:quadBezTo>
                  <a:pt x="113889" y="97639"/>
                  <a:pt x="115285" y="96243"/>
                </a:quadBezTo>
                <a:quadBezTo>
                  <a:pt x="116681" y="94847"/>
                  <a:pt x="116681" y="92876"/>
                </a:quadBezTo>
                <a:lnTo>
                  <a:pt x="116681" y="35726"/>
                </a:lnTo>
                <a:quadBezTo>
                  <a:pt x="116681" y="33756"/>
                  <a:pt x="115285" y="32360"/>
                </a:quadBezTo>
                <a:quadBezTo>
                  <a:pt x="113889" y="30964"/>
                  <a:pt x="111919" y="30964"/>
                </a:quadBezTo>
                <a:lnTo>
                  <a:pt x="57150" y="30964"/>
                </a:lnTo>
                <a:quadBezTo>
                  <a:pt x="55584" y="30972"/>
                  <a:pt x="54165" y="30310"/>
                </a:quadBezTo>
                <a:quadBezTo>
                  <a:pt x="52739" y="29663"/>
                  <a:pt x="51726" y="28469"/>
                </a:quadBezTo>
                <a:lnTo>
                  <a:pt x="39577" y="14295"/>
                </a:lnTo>
                <a:lnTo>
                  <a:pt x="19050" y="14295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"/>
          <p:cNvSpPr txBox="1"/>
          <p:nvPr/>
        </p:nvSpPr>
        <p:spPr>
          <a:xfrm>
            <a:off x="361950" y="4429125"/>
            <a:ext cx="6095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项目 / 归档</a:t>
            </a:r>
          </a:p>
        </p:txBody>
      </p:sp>
      <p:sp>
        <p:nvSpPr>
          <p:cNvPr id="60" name="TextBox"/>
          <p:cNvSpPr txBox="1"/>
          <p:nvPr/>
        </p:nvSpPr>
        <p:spPr>
          <a:xfrm>
            <a:off x="2162175" y="4438650"/>
            <a:ext cx="11619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61" name="Rectangle"/>
          <p:cNvSpPr/>
          <p:nvPr/>
        </p:nvSpPr>
        <p:spPr>
          <a:xfrm>
            <a:off x="95250" y="468630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F6F5F2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Path"/>
          <p:cNvSpPr/>
          <p:nvPr/>
        </p:nvSpPr>
        <p:spPr>
          <a:xfrm>
            <a:off x="211931" y="4793449"/>
            <a:ext cx="130969" cy="111926"/>
          </a:xfrm>
          <a:custGeom>
            <a:avLst/>
            <a:gdLst/>
            <a:ahLst/>
            <a:cxnLst/>
            <a:rect l="0" t="0" r="r" b="b"/>
            <a:pathLst>
              <a:path w="130969" h="111926">
                <a:moveTo>
                  <a:pt x="19050" y="8"/>
                </a:moveTo>
                <a:lnTo>
                  <a:pt x="42863" y="8"/>
                </a:lnTo>
                <a:quadBezTo>
                  <a:pt x="44428" y="0"/>
                  <a:pt x="45848" y="661"/>
                </a:quadBezTo>
                <a:quadBezTo>
                  <a:pt x="47273" y="1309"/>
                  <a:pt x="48286" y="2502"/>
                </a:quadBezTo>
                <a:lnTo>
                  <a:pt x="60436" y="16676"/>
                </a:lnTo>
                <a:lnTo>
                  <a:pt x="111919" y="16676"/>
                </a:lnTo>
                <a:quadBezTo>
                  <a:pt x="119807" y="16676"/>
                  <a:pt x="125388" y="22257"/>
                </a:quadBezTo>
                <a:quadBezTo>
                  <a:pt x="130969" y="27838"/>
                  <a:pt x="130969" y="35726"/>
                </a:quadBezTo>
                <a:lnTo>
                  <a:pt x="130969" y="92876"/>
                </a:lnTo>
                <a:quadBezTo>
                  <a:pt x="130969" y="100765"/>
                  <a:pt x="125388" y="106346"/>
                </a:quadBezTo>
                <a:quadBezTo>
                  <a:pt x="119807" y="111926"/>
                  <a:pt x="111919" y="111926"/>
                </a:quadBezTo>
                <a:lnTo>
                  <a:pt x="19050" y="111926"/>
                </a:lnTo>
                <a:quadBezTo>
                  <a:pt x="11162" y="111926"/>
                  <a:pt x="5581" y="106346"/>
                </a:quadBezTo>
                <a:quadBezTo>
                  <a:pt x="0" y="100765"/>
                  <a:pt x="0" y="92876"/>
                </a:quadBezTo>
                <a:lnTo>
                  <a:pt x="0" y="19058"/>
                </a:lnTo>
                <a:quadBezTo>
                  <a:pt x="0" y="11170"/>
                  <a:pt x="5581" y="5589"/>
                </a:quadBezTo>
                <a:quadBezTo>
                  <a:pt x="11162" y="8"/>
                  <a:pt x="19050" y="8"/>
                </a:quadBezTo>
                <a:close/>
                <a:moveTo>
                  <a:pt x="19050" y="14295"/>
                </a:moveTo>
                <a:quadBezTo>
                  <a:pt x="17080" y="14295"/>
                  <a:pt x="15684" y="15691"/>
                </a:quadBezTo>
                <a:quadBezTo>
                  <a:pt x="14288" y="17088"/>
                  <a:pt x="14288" y="19058"/>
                </a:quadBezTo>
                <a:lnTo>
                  <a:pt x="14288" y="92876"/>
                </a:lnTo>
                <a:quadBezTo>
                  <a:pt x="14288" y="94847"/>
                  <a:pt x="15684" y="96243"/>
                </a:quadBezTo>
                <a:quadBezTo>
                  <a:pt x="17080" y="97639"/>
                  <a:pt x="19050" y="97639"/>
                </a:quadBezTo>
                <a:lnTo>
                  <a:pt x="111919" y="97639"/>
                </a:lnTo>
                <a:quadBezTo>
                  <a:pt x="113889" y="97639"/>
                  <a:pt x="115285" y="96243"/>
                </a:quadBezTo>
                <a:quadBezTo>
                  <a:pt x="116681" y="94847"/>
                  <a:pt x="116681" y="92876"/>
                </a:quadBezTo>
                <a:lnTo>
                  <a:pt x="116681" y="35726"/>
                </a:lnTo>
                <a:quadBezTo>
                  <a:pt x="116681" y="33756"/>
                  <a:pt x="115285" y="32360"/>
                </a:quadBezTo>
                <a:quadBezTo>
                  <a:pt x="113889" y="30964"/>
                  <a:pt x="111919" y="30964"/>
                </a:quadBezTo>
                <a:lnTo>
                  <a:pt x="57150" y="30964"/>
                </a:lnTo>
                <a:quadBezTo>
                  <a:pt x="55584" y="30972"/>
                  <a:pt x="54165" y="30310"/>
                </a:quadBezTo>
                <a:quadBezTo>
                  <a:pt x="52739" y="29663"/>
                  <a:pt x="51726" y="28469"/>
                </a:quadBezTo>
                <a:lnTo>
                  <a:pt x="39577" y="14295"/>
                </a:lnTo>
                <a:lnTo>
                  <a:pt x="19050" y="14295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"/>
          <p:cNvSpPr txBox="1"/>
          <p:nvPr/>
        </p:nvSpPr>
        <p:spPr>
          <a:xfrm>
            <a:off x="361950" y="4772025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读书笔记</a:t>
            </a:r>
          </a:p>
        </p:txBody>
      </p:sp>
      <p:sp>
        <p:nvSpPr>
          <p:cNvPr id="64" name="TextBox"/>
          <p:cNvSpPr txBox="1"/>
          <p:nvPr/>
        </p:nvSpPr>
        <p:spPr>
          <a:xfrm>
            <a:off x="2209800" y="4781550"/>
            <a:ext cx="7071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8</a:t>
            </a:r>
          </a:p>
        </p:txBody>
      </p:sp>
      <p:sp>
        <p:nvSpPr>
          <p:cNvPr id="65" name="Ellipse"/>
          <p:cNvSpPr/>
          <p:nvPr/>
        </p:nvSpPr>
        <p:spPr>
          <a:xfrm>
            <a:off x="285750" y="7372350"/>
            <a:ext cx="42863" cy="42863"/>
          </a:xfrm>
          <a:prstGeom prst="ellipse">
            <a:avLst/>
          </a:prstGeom>
          <a:noFill/>
          <a:ln w="14288">
            <a:solidFill>
              <a:srgbClr val="4B4B4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6" name="Path"/>
          <p:cNvSpPr/>
          <p:nvPr/>
        </p:nvSpPr>
        <p:spPr>
          <a:xfrm>
            <a:off x="326145" y="7327020"/>
            <a:ext cx="138285" cy="138285"/>
          </a:xfrm>
          <a:custGeom>
            <a:avLst/>
            <a:gdLst/>
            <a:ahLst/>
            <a:cxnLst/>
            <a:rect l="0" t="0" r="r" b="b"/>
            <a:pathLst>
              <a:path w="138285" h="138285">
                <a:moveTo>
                  <a:pt x="76286" y="7230"/>
                </a:moveTo>
                <a:lnTo>
                  <a:pt x="76286" y="23899"/>
                </a:lnTo>
                <a:quadBezTo>
                  <a:pt x="76372" y="26893"/>
                  <a:pt x="74194" y="28950"/>
                </a:quadBezTo>
                <a:quadBezTo>
                  <a:pt x="72137" y="31129"/>
                  <a:pt x="69142" y="31042"/>
                </a:quadBezTo>
                <a:quadBezTo>
                  <a:pt x="66148" y="31129"/>
                  <a:pt x="64091" y="28950"/>
                </a:quadBezTo>
                <a:quadBezTo>
                  <a:pt x="61913" y="26893"/>
                  <a:pt x="61999" y="23899"/>
                </a:quadBezTo>
                <a:lnTo>
                  <a:pt x="61999" y="7230"/>
                </a:lnTo>
                <a:quadBezTo>
                  <a:pt x="61913" y="4235"/>
                  <a:pt x="64091" y="2179"/>
                </a:quadBezTo>
                <a:quadBezTo>
                  <a:pt x="66148" y="0"/>
                  <a:pt x="69142" y="86"/>
                </a:quadBezTo>
                <a:quadBezTo>
                  <a:pt x="72137" y="0"/>
                  <a:pt x="74194" y="2179"/>
                </a:quadBezTo>
                <a:quadBezTo>
                  <a:pt x="76372" y="4235"/>
                  <a:pt x="76286" y="7230"/>
                </a:quadBezTo>
                <a:close/>
                <a:moveTo>
                  <a:pt x="32182" y="42285"/>
                </a:moveTo>
                <a:lnTo>
                  <a:pt x="20276" y="30379"/>
                </a:lnTo>
                <a:quadBezTo>
                  <a:pt x="18097" y="28322"/>
                  <a:pt x="18184" y="25327"/>
                </a:quadBezTo>
                <a:quadBezTo>
                  <a:pt x="18097" y="22333"/>
                  <a:pt x="20276" y="20276"/>
                </a:quadBezTo>
                <a:quadBezTo>
                  <a:pt x="22333" y="18097"/>
                  <a:pt x="25327" y="18184"/>
                </a:quadBezTo>
                <a:quadBezTo>
                  <a:pt x="28322" y="18097"/>
                  <a:pt x="30379" y="20276"/>
                </a:quadBezTo>
                <a:lnTo>
                  <a:pt x="42285" y="32182"/>
                </a:lnTo>
                <a:quadBezTo>
                  <a:pt x="44464" y="34239"/>
                  <a:pt x="44377" y="37234"/>
                </a:quadBezTo>
                <a:quadBezTo>
                  <a:pt x="44464" y="40228"/>
                  <a:pt x="42285" y="42285"/>
                </a:quadBezTo>
                <a:quadBezTo>
                  <a:pt x="40228" y="44464"/>
                  <a:pt x="37234" y="44377"/>
                </a:quadBezTo>
                <a:quadBezTo>
                  <a:pt x="34239" y="44464"/>
                  <a:pt x="32182" y="42285"/>
                </a:quadBezTo>
                <a:close/>
                <a:moveTo>
                  <a:pt x="118009" y="30379"/>
                </a:moveTo>
                <a:lnTo>
                  <a:pt x="106103" y="42285"/>
                </a:lnTo>
                <a:quadBezTo>
                  <a:pt x="104046" y="44464"/>
                  <a:pt x="101051" y="44377"/>
                </a:quadBezTo>
                <a:quadBezTo>
                  <a:pt x="98056" y="44464"/>
                  <a:pt x="96000" y="42285"/>
                </a:quadBezTo>
                <a:quadBezTo>
                  <a:pt x="93821" y="40228"/>
                  <a:pt x="93907" y="37234"/>
                </a:quadBezTo>
                <a:quadBezTo>
                  <a:pt x="93821" y="34239"/>
                  <a:pt x="96000" y="32182"/>
                </a:quadBezTo>
                <a:lnTo>
                  <a:pt x="107906" y="20276"/>
                </a:lnTo>
                <a:quadBezTo>
                  <a:pt x="109963" y="18097"/>
                  <a:pt x="112957" y="18184"/>
                </a:quadBezTo>
                <a:quadBezTo>
                  <a:pt x="115952" y="18097"/>
                  <a:pt x="118009" y="20276"/>
                </a:quadBezTo>
                <a:quadBezTo>
                  <a:pt x="120187" y="22333"/>
                  <a:pt x="120101" y="25327"/>
                </a:quadBezTo>
                <a:quadBezTo>
                  <a:pt x="120187" y="28322"/>
                  <a:pt x="118009" y="30379"/>
                </a:quadBezTo>
                <a:close/>
                <a:moveTo>
                  <a:pt x="23899" y="76286"/>
                </a:moveTo>
                <a:lnTo>
                  <a:pt x="7230" y="76286"/>
                </a:lnTo>
                <a:quadBezTo>
                  <a:pt x="4235" y="76372"/>
                  <a:pt x="2179" y="74194"/>
                </a:quadBezTo>
                <a:quadBezTo>
                  <a:pt x="0" y="72137"/>
                  <a:pt x="86" y="69142"/>
                </a:quadBezTo>
                <a:quadBezTo>
                  <a:pt x="0" y="66148"/>
                  <a:pt x="2179" y="64091"/>
                </a:quadBezTo>
                <a:quadBezTo>
                  <a:pt x="4235" y="61913"/>
                  <a:pt x="7230" y="61999"/>
                </a:quadBezTo>
                <a:lnTo>
                  <a:pt x="23899" y="61999"/>
                </a:lnTo>
                <a:quadBezTo>
                  <a:pt x="26893" y="61913"/>
                  <a:pt x="28950" y="64091"/>
                </a:quadBezTo>
                <a:quadBezTo>
                  <a:pt x="31129" y="66148"/>
                  <a:pt x="31042" y="69142"/>
                </a:quadBezTo>
                <a:quadBezTo>
                  <a:pt x="31129" y="72137"/>
                  <a:pt x="28950" y="74194"/>
                </a:quadBezTo>
                <a:quadBezTo>
                  <a:pt x="26893" y="76372"/>
                  <a:pt x="23899" y="76286"/>
                </a:quadBezTo>
                <a:close/>
                <a:moveTo>
                  <a:pt x="131055" y="76286"/>
                </a:moveTo>
                <a:lnTo>
                  <a:pt x="114386" y="76286"/>
                </a:lnTo>
                <a:quadBezTo>
                  <a:pt x="111391" y="76372"/>
                  <a:pt x="109335" y="74194"/>
                </a:quadBezTo>
                <a:quadBezTo>
                  <a:pt x="107156" y="72137"/>
                  <a:pt x="107242" y="69142"/>
                </a:quadBezTo>
                <a:quadBezTo>
                  <a:pt x="107156" y="66148"/>
                  <a:pt x="109335" y="64091"/>
                </a:quadBezTo>
                <a:quadBezTo>
                  <a:pt x="111391" y="61913"/>
                  <a:pt x="114386" y="61999"/>
                </a:quadBezTo>
                <a:lnTo>
                  <a:pt x="131055" y="61999"/>
                </a:lnTo>
                <a:quadBezTo>
                  <a:pt x="134050" y="61913"/>
                  <a:pt x="136106" y="64091"/>
                </a:quadBezTo>
                <a:quadBezTo>
                  <a:pt x="138285" y="66148"/>
                  <a:pt x="138199" y="69142"/>
                </a:quadBezTo>
                <a:quadBezTo>
                  <a:pt x="138285" y="72137"/>
                  <a:pt x="136106" y="74194"/>
                </a:quadBezTo>
                <a:quadBezTo>
                  <a:pt x="134050" y="76372"/>
                  <a:pt x="131055" y="76286"/>
                </a:quadBezTo>
                <a:close/>
                <a:moveTo>
                  <a:pt x="42285" y="106103"/>
                </a:moveTo>
                <a:lnTo>
                  <a:pt x="30379" y="118009"/>
                </a:lnTo>
                <a:quadBezTo>
                  <a:pt x="28322" y="120187"/>
                  <a:pt x="25327" y="120101"/>
                </a:quadBezTo>
                <a:quadBezTo>
                  <a:pt x="22333" y="120187"/>
                  <a:pt x="20276" y="118009"/>
                </a:quadBezTo>
                <a:quadBezTo>
                  <a:pt x="18097" y="115952"/>
                  <a:pt x="18184" y="112957"/>
                </a:quadBezTo>
                <a:quadBezTo>
                  <a:pt x="18097" y="109963"/>
                  <a:pt x="20276" y="107906"/>
                </a:quadBezTo>
                <a:lnTo>
                  <a:pt x="32182" y="96000"/>
                </a:lnTo>
                <a:quadBezTo>
                  <a:pt x="34239" y="93821"/>
                  <a:pt x="37234" y="93907"/>
                </a:quadBezTo>
                <a:quadBezTo>
                  <a:pt x="40228" y="93821"/>
                  <a:pt x="42285" y="96000"/>
                </a:quadBezTo>
                <a:quadBezTo>
                  <a:pt x="44464" y="98056"/>
                  <a:pt x="44377" y="101051"/>
                </a:quadBezTo>
                <a:quadBezTo>
                  <a:pt x="44464" y="104046"/>
                  <a:pt x="42285" y="106103"/>
                </a:quadBezTo>
                <a:close/>
                <a:moveTo>
                  <a:pt x="107906" y="118009"/>
                </a:moveTo>
                <a:lnTo>
                  <a:pt x="96000" y="106103"/>
                </a:lnTo>
                <a:quadBezTo>
                  <a:pt x="93821" y="104046"/>
                  <a:pt x="93907" y="101051"/>
                </a:quadBezTo>
                <a:quadBezTo>
                  <a:pt x="93821" y="98056"/>
                  <a:pt x="96000" y="96000"/>
                </a:quadBezTo>
                <a:quadBezTo>
                  <a:pt x="98056" y="93821"/>
                  <a:pt x="101051" y="93907"/>
                </a:quadBezTo>
                <a:quadBezTo>
                  <a:pt x="104046" y="93821"/>
                  <a:pt x="106103" y="96000"/>
                </a:quadBezTo>
                <a:lnTo>
                  <a:pt x="118009" y="107906"/>
                </a:lnTo>
                <a:quadBezTo>
                  <a:pt x="120187" y="109963"/>
                  <a:pt x="120101" y="112957"/>
                </a:quadBezTo>
                <a:quadBezTo>
                  <a:pt x="120187" y="115952"/>
                  <a:pt x="118009" y="118009"/>
                </a:quadBezTo>
                <a:quadBezTo>
                  <a:pt x="115952" y="120187"/>
                  <a:pt x="112957" y="120101"/>
                </a:quadBezTo>
                <a:quadBezTo>
                  <a:pt x="109963" y="120187"/>
                  <a:pt x="107906" y="118009"/>
                </a:quadBezTo>
                <a:close/>
                <a:moveTo>
                  <a:pt x="76286" y="114386"/>
                </a:moveTo>
                <a:lnTo>
                  <a:pt x="76286" y="131055"/>
                </a:lnTo>
                <a:quadBezTo>
                  <a:pt x="76372" y="134050"/>
                  <a:pt x="74194" y="136106"/>
                </a:quadBezTo>
                <a:quadBezTo>
                  <a:pt x="72137" y="138285"/>
                  <a:pt x="69142" y="138199"/>
                </a:quadBezTo>
                <a:quadBezTo>
                  <a:pt x="66148" y="138285"/>
                  <a:pt x="64091" y="136106"/>
                </a:quadBezTo>
                <a:quadBezTo>
                  <a:pt x="61913" y="134050"/>
                  <a:pt x="61999" y="131055"/>
                </a:quadBezTo>
                <a:lnTo>
                  <a:pt x="61999" y="114386"/>
                </a:lnTo>
                <a:quadBezTo>
                  <a:pt x="61913" y="111391"/>
                  <a:pt x="64091" y="109335"/>
                </a:quadBezTo>
                <a:quadBezTo>
                  <a:pt x="66148" y="107156"/>
                  <a:pt x="69142" y="107242"/>
                </a:quadBezTo>
                <a:quadBezTo>
                  <a:pt x="72137" y="107156"/>
                  <a:pt x="74194" y="109335"/>
                </a:quadBezTo>
                <a:quadBezTo>
                  <a:pt x="76372" y="111391"/>
                  <a:pt x="76286" y="114386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"/>
          <p:cNvSpPr txBox="1"/>
          <p:nvPr/>
        </p:nvSpPr>
        <p:spPr>
          <a:xfrm>
            <a:off x="542925" y="7315200"/>
            <a:ext cx="247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设置</a:t>
            </a:r>
          </a:p>
        </p:txBody>
      </p:sp>
      <p:sp>
        <p:nvSpPr>
          <p:cNvPr id="68" name="TextBox"/>
          <p:cNvSpPr txBox="1"/>
          <p:nvPr/>
        </p:nvSpPr>
        <p:spPr>
          <a:xfrm>
            <a:off x="981075" y="7334250"/>
            <a:ext cx="1300121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本地库 128 条 · 占用 24 MB</a:t>
            </a:r>
          </a:p>
        </p:txBody>
      </p:sp>
      <p:sp>
        <p:nvSpPr>
          <p:cNvPr id="69" name="Rectangle"/>
          <p:cNvSpPr/>
          <p:nvPr/>
        </p:nvSpPr>
        <p:spPr>
          <a:xfrm>
            <a:off x="100013" y="7167563"/>
            <a:ext cx="2276475" cy="447675"/>
          </a:xfrm>
          <a:prstGeom prst="rect">
            <a:avLst/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"/>
          <p:cNvSpPr/>
          <p:nvPr/>
        </p:nvSpPr>
        <p:spPr>
          <a:xfrm>
            <a:off x="2476500" y="419100"/>
            <a:ext cx="3238500" cy="720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"/>
          <p:cNvSpPr/>
          <p:nvPr/>
        </p:nvSpPr>
        <p:spPr>
          <a:xfrm>
            <a:off x="2476500" y="419100"/>
            <a:ext cx="3238500" cy="381000"/>
          </a:xfrm>
          <a:prstGeom prst="roundRect">
            <a:avLst>
              <a:gd name="adj" fmla="val 200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Box"/>
          <p:cNvSpPr txBox="1"/>
          <p:nvPr/>
        </p:nvSpPr>
        <p:spPr>
          <a:xfrm>
            <a:off x="2581275" y="5334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6B6A62"/>
                </a:solidFill>
                <a:latin typeface="Inter"/>
                <a:ea typeface="Inter"/>
                <a:cs typeface="Inter"/>
              </a:rPr>
              <a:t>搜索笔记</a:t>
            </a:r>
          </a:p>
        </p:txBody>
      </p:sp>
      <p:sp>
        <p:nvSpPr>
          <p:cNvPr id="73" name="TextBox"/>
          <p:cNvSpPr txBox="1"/>
          <p:nvPr/>
        </p:nvSpPr>
        <p:spPr>
          <a:xfrm>
            <a:off x="2628900" y="952500"/>
            <a:ext cx="98059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「同步」找到 12 条</a:t>
            </a:r>
          </a:p>
        </p:txBody>
      </p:sp>
      <p:sp>
        <p:nvSpPr>
          <p:cNvPr id="74" name="TextBox"/>
          <p:cNvSpPr txBox="1"/>
          <p:nvPr/>
        </p:nvSpPr>
        <p:spPr>
          <a:xfrm>
            <a:off x="2628900" y="1123950"/>
            <a:ext cx="176552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两条字都搜得到 · 搜的是字，不是意思</a:t>
            </a:r>
          </a:p>
        </p:txBody>
      </p:sp>
      <p:sp>
        <p:nvSpPr>
          <p:cNvPr id="75" name="Rectangle"/>
          <p:cNvSpPr/>
          <p:nvPr/>
        </p:nvSpPr>
        <p:spPr>
          <a:xfrm>
            <a:off x="2476500" y="1343025"/>
            <a:ext cx="3238500" cy="247650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Box"/>
          <p:cNvSpPr txBox="1"/>
          <p:nvPr/>
        </p:nvSpPr>
        <p:spPr>
          <a:xfrm>
            <a:off x="2628900" y="1409700"/>
            <a:ext cx="21717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 spc="6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精准</a:t>
            </a:r>
          </a:p>
        </p:txBody>
      </p:sp>
      <p:sp>
        <p:nvSpPr>
          <p:cNvPr id="77" name="TextBox"/>
          <p:cNvSpPr txBox="1"/>
          <p:nvPr/>
        </p:nvSpPr>
        <p:spPr>
          <a:xfrm>
            <a:off x="2914650" y="1409700"/>
            <a:ext cx="59294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  <p:sp>
        <p:nvSpPr>
          <p:cNvPr id="78" name="TextBox"/>
          <p:cNvSpPr txBox="1"/>
          <p:nvPr/>
        </p:nvSpPr>
        <p:spPr>
          <a:xfrm>
            <a:off x="2628900" y="1695450"/>
            <a:ext cx="1485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同步徽标要能区分四种状态</a:t>
            </a:r>
          </a:p>
        </p:txBody>
      </p:sp>
      <p:sp>
        <p:nvSpPr>
          <p:cNvPr id="79" name="TextBox"/>
          <p:cNvSpPr txBox="1"/>
          <p:nvPr/>
        </p:nvSpPr>
        <p:spPr>
          <a:xfrm>
            <a:off x="2628900" y="1895475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正在同步时用转圈，没在同步时字形必须静止，两者不能长得像。</a:t>
            </a:r>
          </a:p>
        </p:txBody>
      </p:sp>
      <p:sp>
        <p:nvSpPr>
          <p:cNvPr id="80" name="TextBox"/>
          <p:cNvSpPr txBox="1"/>
          <p:nvPr/>
        </p:nvSpPr>
        <p:spPr>
          <a:xfrm>
            <a:off x="2628900" y="2286000"/>
            <a:ext cx="195328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…在</a:t>
            </a:r>
          </a:p>
        </p:txBody>
      </p:sp>
      <p:sp>
        <p:nvSpPr>
          <p:cNvPr id="81" name="TextBox"/>
          <p:cNvSpPr txBox="1"/>
          <p:nvPr/>
        </p:nvSpPr>
        <p:spPr>
          <a:xfrm>
            <a:off x="2867025" y="2286000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24469A">
                    <a:alpha val="10196"/>
                  </a:srgbClr>
                </a:solidFill>
                <a:latin typeface="Inter Bold"/>
                <a:ea typeface="Inter Bold"/>
                <a:cs typeface="Inter Bold"/>
              </a:rPr>
              <a:t>同步</a:t>
            </a:r>
          </a:p>
        </p:txBody>
      </p:sp>
      <p:sp>
        <p:nvSpPr>
          <p:cNvPr id="82" name="TextBox"/>
          <p:cNvSpPr txBox="1"/>
          <p:nvPr/>
        </p:nvSpPr>
        <p:spPr>
          <a:xfrm>
            <a:off x="3114675" y="2286000"/>
            <a:ext cx="509653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时用转圈…</a:t>
            </a:r>
          </a:p>
        </p:txBody>
      </p:sp>
      <p:sp>
        <p:nvSpPr>
          <p:cNvPr id="83" name="TextBox"/>
          <p:cNvSpPr txBox="1"/>
          <p:nvPr/>
        </p:nvSpPr>
        <p:spPr>
          <a:xfrm>
            <a:off x="2628900" y="2419350"/>
            <a:ext cx="11144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内网部署与代理配置</a:t>
            </a:r>
          </a:p>
        </p:txBody>
      </p:sp>
      <p:sp>
        <p:nvSpPr>
          <p:cNvPr id="84" name="TextBox"/>
          <p:cNvSpPr txBox="1"/>
          <p:nvPr/>
        </p:nvSpPr>
        <p:spPr>
          <a:xfrm>
            <a:off x="2628900" y="2619375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代理按每台设备一份配。证书这一档必须标红，因为它会让人看见传输内容。</a:t>
            </a:r>
          </a:p>
        </p:txBody>
      </p:sp>
      <p:sp>
        <p:nvSpPr>
          <p:cNvPr id="85" name="Rectangle"/>
          <p:cNvSpPr/>
          <p:nvPr/>
        </p:nvSpPr>
        <p:spPr>
          <a:xfrm>
            <a:off x="2476500" y="3038475"/>
            <a:ext cx="3238500" cy="247650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Box"/>
          <p:cNvSpPr txBox="1"/>
          <p:nvPr/>
        </p:nvSpPr>
        <p:spPr>
          <a:xfrm>
            <a:off x="2628900" y="3105150"/>
            <a:ext cx="21717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 spc="60">
                <a:solidFill>
                  <a:srgbClr val="4B4B44"/>
                </a:solidFill>
                <a:latin typeface="Inter Bold"/>
                <a:ea typeface="Inter Bold"/>
                <a:cs typeface="Inter Bold"/>
              </a:rPr>
              <a:t>模糊</a:t>
            </a:r>
          </a:p>
        </p:txBody>
      </p:sp>
      <p:sp>
        <p:nvSpPr>
          <p:cNvPr id="87" name="TextBox"/>
          <p:cNvSpPr txBox="1"/>
          <p:nvPr/>
        </p:nvSpPr>
        <p:spPr>
          <a:xfrm>
            <a:off x="2914650" y="3105150"/>
            <a:ext cx="62159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88" name="TextBox"/>
          <p:cNvSpPr txBox="1"/>
          <p:nvPr/>
        </p:nvSpPr>
        <p:spPr>
          <a:xfrm>
            <a:off x="2628900" y="3390900"/>
            <a:ext cx="7429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读书笔记摘录</a:t>
            </a:r>
          </a:p>
        </p:txBody>
      </p:sp>
      <p:sp>
        <p:nvSpPr>
          <p:cNvPr id="89" name="TextBox"/>
          <p:cNvSpPr txBox="1"/>
          <p:nvPr/>
        </p:nvSpPr>
        <p:spPr>
          <a:xfrm>
            <a:off x="2628900" y="3590925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这一篇里同时出现了「同」「步」两个字，但不在同一个词上。</a:t>
            </a:r>
          </a:p>
        </p:txBody>
      </p:sp>
      <p:sp>
        <p:nvSpPr>
          <p:cNvPr id="90" name="TextBox"/>
          <p:cNvSpPr txBox="1"/>
          <p:nvPr/>
        </p:nvSpPr>
        <p:spPr>
          <a:xfrm>
            <a:off x="3857625" y="4152900"/>
            <a:ext cx="47491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24469A"/>
                </a:solidFill>
                <a:latin typeface="Inter Bold"/>
                <a:ea typeface="Inter Bold"/>
                <a:cs typeface="Inter Bold"/>
              </a:rPr>
              <a:t>还有 5 条</a:t>
            </a:r>
          </a:p>
        </p:txBody>
      </p:sp>
      <p:sp>
        <p:nvSpPr>
          <p:cNvPr id="91" name="Rectangle"/>
          <p:cNvSpPr/>
          <p:nvPr/>
        </p:nvSpPr>
        <p:spPr>
          <a:xfrm>
            <a:off x="2481263" y="423863"/>
            <a:ext cx="3228975" cy="7191375"/>
          </a:xfrm>
          <a:prstGeom prst="rect">
            <a:avLst/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2" name="Rectangle"/>
          <p:cNvSpPr/>
          <p:nvPr/>
        </p:nvSpPr>
        <p:spPr>
          <a:xfrm>
            <a:off x="5715000" y="419100"/>
            <a:ext cx="8001000" cy="720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Box"/>
          <p:cNvSpPr txBox="1"/>
          <p:nvPr/>
        </p:nvSpPr>
        <p:spPr>
          <a:xfrm>
            <a:off x="6096000" y="609600"/>
            <a:ext cx="22545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00" spc="-23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同步徽标要能区分四种状态</a:t>
            </a:r>
          </a:p>
        </p:txBody>
      </p:sp>
      <p:sp>
        <p:nvSpPr>
          <p:cNvPr id="94" name="Ellipse"/>
          <p:cNvSpPr/>
          <p:nvPr/>
        </p:nvSpPr>
        <p:spPr>
          <a:xfrm>
            <a:off x="6086475" y="933450"/>
            <a:ext cx="119063" cy="119063"/>
          </a:xfrm>
          <a:prstGeom prst="ellipse">
            <a:avLst/>
          </a:prstGeom>
          <a:noFill/>
          <a:ln w="14288">
            <a:solidFill>
              <a:srgbClr val="1F6B4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5" name="Path"/>
          <p:cNvSpPr/>
          <p:nvPr/>
        </p:nvSpPr>
        <p:spPr>
          <a:xfrm>
            <a:off x="6203070" y="964165"/>
            <a:ext cx="64145" cy="50810"/>
          </a:xfrm>
          <a:custGeom>
            <a:avLst/>
            <a:gdLst/>
            <a:ahLst/>
            <a:cxnLst/>
            <a:rect l="0" t="0" r="r" b="b"/>
            <a:pathLst>
              <a:path w="64145" h="50810">
                <a:moveTo>
                  <a:pt x="12281" y="21384"/>
                </a:moveTo>
                <a:lnTo>
                  <a:pt x="24087" y="33189"/>
                </a:lnTo>
                <a:lnTo>
                  <a:pt x="51436" y="2622"/>
                </a:lnTo>
                <a:quadBezTo>
                  <a:pt x="53369" y="332"/>
                  <a:pt x="56364" y="252"/>
                </a:quadBezTo>
                <a:quadBezTo>
                  <a:pt x="59349" y="0"/>
                  <a:pt x="61523" y="2061"/>
                </a:quadBezTo>
                <a:quadBezTo>
                  <a:pt x="63813" y="3994"/>
                  <a:pt x="63893" y="6989"/>
                </a:quadBezTo>
                <a:quadBezTo>
                  <a:pt x="64145" y="9974"/>
                  <a:pt x="62084" y="12148"/>
                </a:quadBezTo>
                <a:lnTo>
                  <a:pt x="29699" y="48343"/>
                </a:lnTo>
                <a:quadBezTo>
                  <a:pt x="29633" y="48417"/>
                  <a:pt x="29565" y="48489"/>
                </a:quadBezTo>
                <a:quadBezTo>
                  <a:pt x="29496" y="48561"/>
                  <a:pt x="29426" y="48631"/>
                </a:quadBezTo>
                <a:quadBezTo>
                  <a:pt x="27370" y="50810"/>
                  <a:pt x="24375" y="50724"/>
                </a:quadBezTo>
                <a:quadBezTo>
                  <a:pt x="21380" y="50810"/>
                  <a:pt x="19324" y="48631"/>
                </a:quadBezTo>
                <a:lnTo>
                  <a:pt x="2179" y="31486"/>
                </a:lnTo>
                <a:quadBezTo>
                  <a:pt x="0" y="29430"/>
                  <a:pt x="86" y="26435"/>
                </a:quadBezTo>
                <a:quadBezTo>
                  <a:pt x="0" y="23440"/>
                  <a:pt x="2179" y="21384"/>
                </a:quadBezTo>
                <a:quadBezTo>
                  <a:pt x="4235" y="19205"/>
                  <a:pt x="7230" y="19291"/>
                </a:quadBezTo>
                <a:quadBezTo>
                  <a:pt x="10225" y="19205"/>
                  <a:pt x="12281" y="21384"/>
                </a:quadBezTo>
                <a:close/>
              </a:path>
            </a:pathLst>
          </a:custGeom>
          <a:solidFill>
            <a:srgbClr val="1F6B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Box"/>
          <p:cNvSpPr txBox="1"/>
          <p:nvPr/>
        </p:nvSpPr>
        <p:spPr>
          <a:xfrm>
            <a:off x="6343650" y="923925"/>
            <a:ext cx="5715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已存在本机</a:t>
            </a:r>
          </a:p>
        </p:txBody>
      </p:sp>
      <p:sp>
        <p:nvSpPr>
          <p:cNvPr id="97" name="TextBox"/>
          <p:cNvSpPr txBox="1"/>
          <p:nvPr/>
        </p:nvSpPr>
        <p:spPr>
          <a:xfrm>
            <a:off x="7010400" y="923925"/>
            <a:ext cx="33424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412 字</a:t>
            </a:r>
          </a:p>
        </p:txBody>
      </p:sp>
      <p:sp>
        <p:nvSpPr>
          <p:cNvPr id="98" name="TextBox"/>
          <p:cNvSpPr txBox="1"/>
          <p:nvPr/>
        </p:nvSpPr>
        <p:spPr>
          <a:xfrm>
            <a:off x="7448550" y="923925"/>
            <a:ext cx="55341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改于 14:22</a:t>
            </a:r>
          </a:p>
        </p:txBody>
      </p:sp>
      <p:sp>
        <p:nvSpPr>
          <p:cNvPr id="99" name="TextBox"/>
          <p:cNvSpPr txBox="1"/>
          <p:nvPr/>
        </p:nvSpPr>
        <p:spPr>
          <a:xfrm>
            <a:off x="8105775" y="923925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会议记录</a:t>
            </a:r>
          </a:p>
        </p:txBody>
      </p:sp>
      <p:sp>
        <p:nvSpPr>
          <p:cNvPr id="100" name="Rectangle"/>
          <p:cNvSpPr/>
          <p:nvPr/>
        </p:nvSpPr>
        <p:spPr>
          <a:xfrm>
            <a:off x="5715000" y="1200150"/>
            <a:ext cx="8001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Rectangle"/>
          <p:cNvSpPr/>
          <p:nvPr/>
        </p:nvSpPr>
        <p:spPr>
          <a:xfrm>
            <a:off x="6057900" y="12573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Path"/>
          <p:cNvSpPr/>
          <p:nvPr/>
        </p:nvSpPr>
        <p:spPr>
          <a:xfrm>
            <a:off x="6164970" y="1354845"/>
            <a:ext cx="94372" cy="113520"/>
          </a:xfrm>
          <a:custGeom>
            <a:avLst/>
            <a:gdLst/>
            <a:ahLst/>
            <a:cxnLst/>
            <a:rect l="0" t="0" r="r" b="b"/>
            <a:pathLst>
              <a:path w="94372" h="113520">
                <a:moveTo>
                  <a:pt x="79446" y="54434"/>
                </a:moveTo>
                <a:quadBezTo>
                  <a:pt x="82393" y="56328"/>
                  <a:pt x="85031" y="58968"/>
                </a:quadBezTo>
                <a:quadBezTo>
                  <a:pt x="94372" y="68312"/>
                  <a:pt x="94372" y="81525"/>
                </a:quadBezTo>
                <a:quadBezTo>
                  <a:pt x="94372" y="94737"/>
                  <a:pt x="85031" y="104082"/>
                </a:quadBezTo>
                <a:quadBezTo>
                  <a:pt x="75691" y="113427"/>
                  <a:pt x="62475" y="113434"/>
                </a:quadBezTo>
                <a:lnTo>
                  <a:pt x="7230" y="113434"/>
                </a:lnTo>
                <a:quadBezTo>
                  <a:pt x="4235" y="113520"/>
                  <a:pt x="2179" y="111341"/>
                </a:quadBezTo>
                <a:quadBezTo>
                  <a:pt x="0" y="109285"/>
                  <a:pt x="86" y="106290"/>
                </a:quadBezTo>
                <a:lnTo>
                  <a:pt x="86" y="7230"/>
                </a:ln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lnTo>
                  <a:pt x="56760" y="86"/>
                </a:lnTo>
                <a:quadBezTo>
                  <a:pt x="69977" y="86"/>
                  <a:pt x="79323" y="9432"/>
                </a:quadBezTo>
                <a:quadBezTo>
                  <a:pt x="88669" y="18778"/>
                  <a:pt x="88669" y="31995"/>
                </a:quadBezTo>
                <a:quadBezTo>
                  <a:pt x="88669" y="45124"/>
                  <a:pt x="79446" y="54434"/>
                </a:quadBezTo>
                <a:close/>
                <a:moveTo>
                  <a:pt x="69220" y="44455"/>
                </a:moveTo>
                <a:quadBezTo>
                  <a:pt x="74381" y="39294"/>
                  <a:pt x="74381" y="31995"/>
                </a:quadBezTo>
                <a:quadBezTo>
                  <a:pt x="74381" y="24696"/>
                  <a:pt x="69220" y="19535"/>
                </a:quadBezTo>
                <a:quadBezTo>
                  <a:pt x="64059" y="14374"/>
                  <a:pt x="56760" y="14374"/>
                </a:quadBezTo>
                <a:lnTo>
                  <a:pt x="14374" y="14374"/>
                </a:lnTo>
                <a:lnTo>
                  <a:pt x="14374" y="49616"/>
                </a:lnTo>
                <a:lnTo>
                  <a:pt x="56760" y="49616"/>
                </a:lnTo>
                <a:quadBezTo>
                  <a:pt x="64059" y="49616"/>
                  <a:pt x="69220" y="44455"/>
                </a:quadBezTo>
                <a:close/>
                <a:moveTo>
                  <a:pt x="14374" y="63904"/>
                </a:moveTo>
                <a:lnTo>
                  <a:pt x="14374" y="99146"/>
                </a:lnTo>
                <a:lnTo>
                  <a:pt x="62475" y="99146"/>
                </a:lnTo>
                <a:quadBezTo>
                  <a:pt x="69768" y="99143"/>
                  <a:pt x="74926" y="93982"/>
                </a:quadBezTo>
                <a:quadBezTo>
                  <a:pt x="80084" y="88821"/>
                  <a:pt x="80084" y="81525"/>
                </a:quadBezTo>
                <a:quadBezTo>
                  <a:pt x="80084" y="74229"/>
                  <a:pt x="74926" y="69068"/>
                </a:quadBezTo>
                <a:quadBezTo>
                  <a:pt x="69769" y="63908"/>
                  <a:pt x="62475" y="63904"/>
                </a:quadBezTo>
                <a:lnTo>
                  <a:pt x="14374" y="63904"/>
                </a:lnTo>
                <a:close/>
              </a:path>
            </a:pathLst>
          </a:cu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Path"/>
          <p:cNvSpPr/>
          <p:nvPr/>
        </p:nvSpPr>
        <p:spPr>
          <a:xfrm>
            <a:off x="6498345" y="1354797"/>
            <a:ext cx="81135" cy="113616"/>
          </a:xfrm>
          <a:custGeom>
            <a:avLst/>
            <a:gdLst/>
            <a:ahLst/>
            <a:cxnLst/>
            <a:rect l="0" t="0" r="r" b="b"/>
            <a:pathLst>
              <a:path w="81135" h="113616">
                <a:moveTo>
                  <a:pt x="73905" y="134"/>
                </a:moveTo>
                <a:quadBezTo>
                  <a:pt x="76900" y="48"/>
                  <a:pt x="78956" y="2227"/>
                </a:quadBezTo>
                <a:quadBezTo>
                  <a:pt x="81135" y="4283"/>
                  <a:pt x="81049" y="7278"/>
                </a:quadBezTo>
                <a:quadBezTo>
                  <a:pt x="81135" y="10273"/>
                  <a:pt x="78956" y="12329"/>
                </a:quadBezTo>
                <a:quadBezTo>
                  <a:pt x="76900" y="14508"/>
                  <a:pt x="73905" y="14422"/>
                </a:quadBezTo>
                <a:lnTo>
                  <a:pt x="62799" y="14422"/>
                </a:lnTo>
                <a:lnTo>
                  <a:pt x="33455" y="99194"/>
                </a:lnTo>
                <a:lnTo>
                  <a:pt x="54855" y="99194"/>
                </a:lnTo>
                <a:quadBezTo>
                  <a:pt x="57850" y="99108"/>
                  <a:pt x="59906" y="101287"/>
                </a:quadBezTo>
                <a:quadBezTo>
                  <a:pt x="62085" y="103343"/>
                  <a:pt x="61999" y="106338"/>
                </a:quadBezTo>
                <a:quadBezTo>
                  <a:pt x="62085" y="109333"/>
                  <a:pt x="59906" y="111389"/>
                </a:quadBezTo>
                <a:quadBezTo>
                  <a:pt x="57850" y="113568"/>
                  <a:pt x="54855" y="113482"/>
                </a:quadBezTo>
                <a:lnTo>
                  <a:pt x="24391" y="113482"/>
                </a:lnTo>
                <a:quadBezTo>
                  <a:pt x="23492" y="113616"/>
                  <a:pt x="22577" y="113482"/>
                </a:quadBezTo>
                <a:lnTo>
                  <a:pt x="7230" y="113482"/>
                </a:lnTo>
                <a:quadBezTo>
                  <a:pt x="4235" y="113568"/>
                  <a:pt x="2179" y="111389"/>
                </a:quadBezTo>
                <a:quadBezTo>
                  <a:pt x="0" y="109333"/>
                  <a:pt x="86" y="106338"/>
                </a:quadBezTo>
                <a:quadBezTo>
                  <a:pt x="0" y="103343"/>
                  <a:pt x="2179" y="101287"/>
                </a:quadBezTo>
                <a:quadBezTo>
                  <a:pt x="4235" y="99108"/>
                  <a:pt x="7230" y="99194"/>
                </a:quadBezTo>
                <a:lnTo>
                  <a:pt x="18336" y="99194"/>
                </a:lnTo>
                <a:lnTo>
                  <a:pt x="47680" y="14422"/>
                </a:lnTo>
                <a:lnTo>
                  <a:pt x="26280" y="14422"/>
                </a:lnTo>
                <a:quadBezTo>
                  <a:pt x="23285" y="14508"/>
                  <a:pt x="21229" y="12329"/>
                </a:quadBezTo>
                <a:quadBezTo>
                  <a:pt x="19050" y="10273"/>
                  <a:pt x="19136" y="7278"/>
                </a:quadBezTo>
                <a:quadBezTo>
                  <a:pt x="19050" y="4283"/>
                  <a:pt x="21229" y="2227"/>
                </a:quadBezTo>
                <a:quadBezTo>
                  <a:pt x="23285" y="48"/>
                  <a:pt x="26280" y="134"/>
                </a:quadBezTo>
                <a:lnTo>
                  <a:pt x="56744" y="134"/>
                </a:lnTo>
                <a:quadBezTo>
                  <a:pt x="57643" y="0"/>
                  <a:pt x="58558" y="134"/>
                </a:quadBezTo>
                <a:lnTo>
                  <a:pt x="73905" y="134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Path"/>
          <p:cNvSpPr/>
          <p:nvPr/>
        </p:nvSpPr>
        <p:spPr>
          <a:xfrm>
            <a:off x="6812670" y="1354845"/>
            <a:ext cx="100185" cy="119235"/>
          </a:xfrm>
          <a:custGeom>
            <a:avLst/>
            <a:gdLst/>
            <a:ahLst/>
            <a:cxnLst/>
            <a:rect l="0" t="0" r="r" b="b"/>
            <a:pathLst>
              <a:path w="100185" h="119235">
                <a:moveTo>
                  <a:pt x="19136" y="56760"/>
                </a:moveTo>
                <a:quadBezTo>
                  <a:pt x="19136" y="69582"/>
                  <a:pt x="28203" y="78649"/>
                </a:quadBezTo>
                <a:quadBezTo>
                  <a:pt x="37270" y="87716"/>
                  <a:pt x="50092" y="87716"/>
                </a:quadBezTo>
                <a:quadBezTo>
                  <a:pt x="62915" y="87716"/>
                  <a:pt x="71982" y="78649"/>
                </a:quadBezTo>
                <a:quadBezTo>
                  <a:pt x="81049" y="69582"/>
                  <a:pt x="81049" y="56760"/>
                </a:quadBezTo>
                <a:lnTo>
                  <a:pt x="81049" y="7230"/>
                </a:lnTo>
                <a:quadBezTo>
                  <a:pt x="80963" y="4235"/>
                  <a:pt x="83141" y="2179"/>
                </a:quadBezTo>
                <a:quadBezTo>
                  <a:pt x="85198" y="0"/>
                  <a:pt x="88192" y="86"/>
                </a:quadBezTo>
                <a:quadBezTo>
                  <a:pt x="91187" y="0"/>
                  <a:pt x="93244" y="2179"/>
                </a:quadBezTo>
                <a:quadBezTo>
                  <a:pt x="95422" y="4235"/>
                  <a:pt x="95336" y="7230"/>
                </a:quadBezTo>
                <a:lnTo>
                  <a:pt x="95336" y="56760"/>
                </a:lnTo>
                <a:quadBezTo>
                  <a:pt x="95336" y="75501"/>
                  <a:pt x="82085" y="88752"/>
                </a:quadBezTo>
                <a:quadBezTo>
                  <a:pt x="68833" y="102004"/>
                  <a:pt x="50092" y="102004"/>
                </a:quadBezTo>
                <a:quadBezTo>
                  <a:pt x="31352" y="102004"/>
                  <a:pt x="18100" y="88752"/>
                </a:quadBezTo>
                <a:quadBezTo>
                  <a:pt x="4849" y="75501"/>
                  <a:pt x="4849" y="56760"/>
                </a:quadBezTo>
                <a:lnTo>
                  <a:pt x="4849" y="7230"/>
                </a:lnTo>
                <a:quadBezTo>
                  <a:pt x="4762" y="4235"/>
                  <a:pt x="6941" y="2179"/>
                </a:quadBezTo>
                <a:quadBezTo>
                  <a:pt x="8998" y="0"/>
                  <a:pt x="11992" y="86"/>
                </a:quadBezTo>
                <a:quadBezTo>
                  <a:pt x="14987" y="0"/>
                  <a:pt x="17044" y="2179"/>
                </a:quadBezTo>
                <a:quadBezTo>
                  <a:pt x="19222" y="4235"/>
                  <a:pt x="19136" y="7230"/>
                </a:quadBezTo>
                <a:lnTo>
                  <a:pt x="19136" y="56760"/>
                </a:lnTo>
                <a:close/>
                <a:moveTo>
                  <a:pt x="7230" y="104861"/>
                </a:moveTo>
                <a:lnTo>
                  <a:pt x="92955" y="104861"/>
                </a:lnTo>
                <a:quadBezTo>
                  <a:pt x="95950" y="104775"/>
                  <a:pt x="98006" y="106954"/>
                </a:quadBezTo>
                <a:quadBezTo>
                  <a:pt x="100185" y="109010"/>
                  <a:pt x="100099" y="112005"/>
                </a:quadBezTo>
                <a:quadBezTo>
                  <a:pt x="100185" y="115000"/>
                  <a:pt x="98006" y="117056"/>
                </a:quadBezTo>
                <a:quadBezTo>
                  <a:pt x="95950" y="119235"/>
                  <a:pt x="92955" y="119149"/>
                </a:quadBezTo>
                <a:lnTo>
                  <a:pt x="7230" y="119149"/>
                </a:lnTo>
                <a:quadBezTo>
                  <a:pt x="4235" y="119235"/>
                  <a:pt x="2179" y="117056"/>
                </a:quadBezTo>
                <a:quadBezTo>
                  <a:pt x="0" y="115000"/>
                  <a:pt x="86" y="112005"/>
                </a:quadBezTo>
                <a:quadBezTo>
                  <a:pt x="0" y="109010"/>
                  <a:pt x="2179" y="106954"/>
                </a:quadBezTo>
                <a:quadBezTo>
                  <a:pt x="4235" y="104775"/>
                  <a:pt x="7230" y="104861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Path"/>
          <p:cNvSpPr/>
          <p:nvPr/>
        </p:nvSpPr>
        <p:spPr>
          <a:xfrm>
            <a:off x="7126995" y="1354931"/>
            <a:ext cx="109710" cy="107632"/>
          </a:xfrm>
          <a:custGeom>
            <a:avLst/>
            <a:gdLst/>
            <a:ahLst/>
            <a:cxnLst/>
            <a:rect l="0" t="0" r="r" b="b"/>
            <a:pathLst>
              <a:path w="109710" h="107632">
                <a:moveTo>
                  <a:pt x="84924" y="26059"/>
                </a:moveTo>
                <a:quadBezTo>
                  <a:pt x="77861" y="14288"/>
                  <a:pt x="59617" y="14288"/>
                </a:quadBezTo>
                <a:quadBezTo>
                  <a:pt x="47810" y="14288"/>
                  <a:pt x="41004" y="19318"/>
                </a:quadBezTo>
                <a:quadBezTo>
                  <a:pt x="35329" y="23512"/>
                  <a:pt x="35329" y="30004"/>
                </a:quadBezTo>
                <a:quadBezTo>
                  <a:pt x="35329" y="34235"/>
                  <a:pt x="37720" y="36826"/>
                </a:quadBezTo>
                <a:quadBezTo>
                  <a:pt x="40601" y="39947"/>
                  <a:pt x="47589" y="42277"/>
                </a:quadBezTo>
                <a:quadBezTo>
                  <a:pt x="50457" y="43142"/>
                  <a:pt x="51720" y="45859"/>
                </a:quadBezTo>
                <a:quadBezTo>
                  <a:pt x="52188" y="46732"/>
                  <a:pt x="52389" y="47625"/>
                </a:quadBezTo>
                <a:lnTo>
                  <a:pt x="102480" y="47625"/>
                </a:lnTo>
                <a:quadBezTo>
                  <a:pt x="105475" y="47539"/>
                  <a:pt x="107531" y="49717"/>
                </a:quadBezTo>
                <a:quadBezTo>
                  <a:pt x="109710" y="51774"/>
                  <a:pt x="109624" y="54769"/>
                </a:quadBezTo>
                <a:quadBezTo>
                  <a:pt x="109710" y="57763"/>
                  <a:pt x="107531" y="59820"/>
                </a:quadBezTo>
                <a:quadBezTo>
                  <a:pt x="105475" y="61999"/>
                  <a:pt x="102480" y="61913"/>
                </a:quadBezTo>
                <a:lnTo>
                  <a:pt x="91232" y="61913"/>
                </a:lnTo>
                <a:quadBezTo>
                  <a:pt x="95336" y="68316"/>
                  <a:pt x="95336" y="76676"/>
                </a:quadBezTo>
                <a:quadBezTo>
                  <a:pt x="95336" y="91055"/>
                  <a:pt x="83768" y="99670"/>
                </a:quadBezTo>
                <a:quadBezTo>
                  <a:pt x="73075" y="107632"/>
                  <a:pt x="55807" y="107632"/>
                </a:quadBezTo>
                <a:quadBezTo>
                  <a:pt x="31347" y="107632"/>
                  <a:pt x="20336" y="91116"/>
                </a:quadBezTo>
                <a:quadBezTo>
                  <a:pt x="18603" y="88672"/>
                  <a:pt x="19275" y="85753"/>
                </a:quadBezTo>
                <a:quadBezTo>
                  <a:pt x="19778" y="82799"/>
                  <a:pt x="22317" y="81210"/>
                </a:quadBezTo>
                <a:quadBezTo>
                  <a:pt x="24761" y="79477"/>
                  <a:pt x="27681" y="80149"/>
                </a:quadBezTo>
                <a:quadBezTo>
                  <a:pt x="30634" y="80652"/>
                  <a:pt x="32224" y="83191"/>
                </a:quadBezTo>
                <a:quadBezTo>
                  <a:pt x="38993" y="93345"/>
                  <a:pt x="55807" y="93345"/>
                </a:quadBezTo>
                <a:quadBezTo>
                  <a:pt x="68340" y="93345"/>
                  <a:pt x="75234" y="88211"/>
                </a:quadBezTo>
                <a:quadBezTo>
                  <a:pt x="81049" y="83881"/>
                  <a:pt x="81049" y="76676"/>
                </a:quadBezTo>
                <a:quadBezTo>
                  <a:pt x="81049" y="71063"/>
                  <a:pt x="77426" y="67440"/>
                </a:quadBezTo>
                <a:quadBezTo>
                  <a:pt x="75247" y="65383"/>
                  <a:pt x="75334" y="62389"/>
                </a:quadBezTo>
                <a:quadBezTo>
                  <a:pt x="75327" y="62148"/>
                  <a:pt x="75334" y="61913"/>
                </a:quadBezTo>
                <a:lnTo>
                  <a:pt x="7230" y="61913"/>
                </a:lnTo>
                <a:quadBezTo>
                  <a:pt x="4235" y="61999"/>
                  <a:pt x="2179" y="59820"/>
                </a:quadBezTo>
                <a:quadBezTo>
                  <a:pt x="0" y="57763"/>
                  <a:pt x="86" y="54769"/>
                </a:quadBezTo>
                <a:quadBezTo>
                  <a:pt x="0" y="51774"/>
                  <a:pt x="2179" y="49717"/>
                </a:quadBezTo>
                <a:quadBezTo>
                  <a:pt x="4235" y="47539"/>
                  <a:pt x="7230" y="47625"/>
                </a:quadBezTo>
                <a:lnTo>
                  <a:pt x="28375" y="47625"/>
                </a:lnTo>
                <a:quadBezTo>
                  <a:pt x="21041" y="40669"/>
                  <a:pt x="21041" y="30004"/>
                </a:quadBezTo>
                <a:quadBezTo>
                  <a:pt x="21041" y="16306"/>
                  <a:pt x="32511" y="7828"/>
                </a:quadBezTo>
                <a:quadBezTo>
                  <a:pt x="43102" y="0"/>
                  <a:pt x="59617" y="0"/>
                </a:quadBezTo>
                <a:quadBezTo>
                  <a:pt x="71921" y="0"/>
                  <a:pt x="81686" y="4774"/>
                </a:quadBezTo>
                <a:quadBezTo>
                  <a:pt x="91774" y="9706"/>
                  <a:pt x="97176" y="18708"/>
                </a:quadBezTo>
                <a:quadBezTo>
                  <a:pt x="98790" y="21232"/>
                  <a:pt x="97980" y="24116"/>
                </a:quadBezTo>
                <a:quadBezTo>
                  <a:pt x="97338" y="27043"/>
                  <a:pt x="94725" y="28509"/>
                </a:quadBezTo>
                <a:quadBezTo>
                  <a:pt x="92202" y="30124"/>
                  <a:pt x="89317" y="29314"/>
                </a:quadBezTo>
                <a:quadBezTo>
                  <a:pt x="86391" y="28671"/>
                  <a:pt x="84924" y="26059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Rectangle"/>
          <p:cNvSpPr/>
          <p:nvPr/>
        </p:nvSpPr>
        <p:spPr>
          <a:xfrm>
            <a:off x="7353300" y="1314450"/>
            <a:ext cx="9525" cy="190500"/>
          </a:xfrm>
          <a:prstGeom prst="rect">
            <a:avLst/>
          </a:prstGeom>
          <a:solidFill>
            <a:srgbClr val="DDD9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angle"/>
          <p:cNvSpPr/>
          <p:nvPr/>
        </p:nvSpPr>
        <p:spPr>
          <a:xfrm>
            <a:off x="7381875" y="1257300"/>
            <a:ext cx="8763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"/>
          <p:cNvSpPr txBox="1"/>
          <p:nvPr/>
        </p:nvSpPr>
        <p:spPr>
          <a:xfrm>
            <a:off x="7477125" y="1343025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正文</a:t>
            </a:r>
          </a:p>
        </p:txBody>
      </p:sp>
      <p:sp>
        <p:nvSpPr>
          <p:cNvPr id="109" name="Path"/>
          <p:cNvSpPr/>
          <p:nvPr/>
        </p:nvSpPr>
        <p:spPr>
          <a:xfrm>
            <a:off x="8069970" y="1383420"/>
            <a:ext cx="81135" cy="47797"/>
          </a:xfrm>
          <a:custGeom>
            <a:avLst/>
            <a:gdLst/>
            <a:ahLst/>
            <a:cxnLst/>
            <a:rect l="0" t="0" r="r" b="b"/>
            <a:pathLst>
              <a:path w="81135" h="47797">
                <a:moveTo>
                  <a:pt x="12281" y="2179"/>
                </a:moveTo>
                <a:lnTo>
                  <a:pt x="40567" y="30465"/>
                </a:lnTo>
                <a:lnTo>
                  <a:pt x="68854" y="2179"/>
                </a:lnTo>
                <a:quadBezTo>
                  <a:pt x="70910" y="0"/>
                  <a:pt x="73905" y="86"/>
                </a:quadBezTo>
                <a:quadBezTo>
                  <a:pt x="76900" y="0"/>
                  <a:pt x="78956" y="2179"/>
                </a:quadBezTo>
                <a:quadBezTo>
                  <a:pt x="81135" y="4235"/>
                  <a:pt x="81049" y="7230"/>
                </a:quadBezTo>
                <a:quadBezTo>
                  <a:pt x="81135" y="10225"/>
                  <a:pt x="78956" y="12281"/>
                </a:quadBezTo>
                <a:lnTo>
                  <a:pt x="45619" y="45619"/>
                </a:lnTo>
                <a:quadBezTo>
                  <a:pt x="43562" y="47797"/>
                  <a:pt x="40567" y="47711"/>
                </a:quadBezTo>
                <a:quadBezTo>
                  <a:pt x="37573" y="47797"/>
                  <a:pt x="35516" y="45619"/>
                </a:quadBez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Rectangle"/>
          <p:cNvSpPr/>
          <p:nvPr/>
        </p:nvSpPr>
        <p:spPr>
          <a:xfrm>
            <a:off x="7386638" y="1262063"/>
            <a:ext cx="866775" cy="295275"/>
          </a:xfrm>
          <a:prstGeom prst="roundRect">
            <a:avLst>
              <a:gd name="adj" fmla="val 17741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1" name="Rectangle"/>
          <p:cNvSpPr/>
          <p:nvPr/>
        </p:nvSpPr>
        <p:spPr>
          <a:xfrm>
            <a:off x="8277225" y="1257300"/>
            <a:ext cx="8001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Box"/>
          <p:cNvSpPr txBox="1"/>
          <p:nvPr/>
        </p:nvSpPr>
        <p:spPr>
          <a:xfrm>
            <a:off x="8353425" y="1343025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项目列表</a:t>
            </a:r>
          </a:p>
        </p:txBody>
      </p:sp>
      <p:sp>
        <p:nvSpPr>
          <p:cNvPr id="113" name="Path"/>
          <p:cNvSpPr/>
          <p:nvPr/>
        </p:nvSpPr>
        <p:spPr>
          <a:xfrm>
            <a:off x="8908170" y="1383420"/>
            <a:ext cx="81135" cy="47797"/>
          </a:xfrm>
          <a:custGeom>
            <a:avLst/>
            <a:gdLst/>
            <a:ahLst/>
            <a:cxnLst/>
            <a:rect l="0" t="0" r="r" b="b"/>
            <a:pathLst>
              <a:path w="81135" h="47797">
                <a:moveTo>
                  <a:pt x="12281" y="2179"/>
                </a:moveTo>
                <a:lnTo>
                  <a:pt x="40567" y="30465"/>
                </a:lnTo>
                <a:lnTo>
                  <a:pt x="68854" y="2179"/>
                </a:lnTo>
                <a:quadBezTo>
                  <a:pt x="70910" y="0"/>
                  <a:pt x="73905" y="86"/>
                </a:quadBezTo>
                <a:quadBezTo>
                  <a:pt x="76900" y="0"/>
                  <a:pt x="78956" y="2179"/>
                </a:quadBezTo>
                <a:quadBezTo>
                  <a:pt x="81135" y="4235"/>
                  <a:pt x="81049" y="7230"/>
                </a:quadBezTo>
                <a:quadBezTo>
                  <a:pt x="81135" y="10225"/>
                  <a:pt x="78956" y="12281"/>
                </a:quadBezTo>
                <a:lnTo>
                  <a:pt x="45619" y="45619"/>
                </a:lnTo>
                <a:quadBezTo>
                  <a:pt x="43562" y="47797"/>
                  <a:pt x="40567" y="47711"/>
                </a:quadBezTo>
                <a:quadBezTo>
                  <a:pt x="37573" y="47797"/>
                  <a:pt x="35516" y="45619"/>
                </a:quadBez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Rectangle"/>
          <p:cNvSpPr/>
          <p:nvPr/>
        </p:nvSpPr>
        <p:spPr>
          <a:xfrm>
            <a:off x="8281988" y="1262063"/>
            <a:ext cx="790575" cy="295275"/>
          </a:xfrm>
          <a:prstGeom prst="roundRect">
            <a:avLst>
              <a:gd name="adj" fmla="val 17741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5" name="Path"/>
          <p:cNvSpPr/>
          <p:nvPr/>
        </p:nvSpPr>
        <p:spPr>
          <a:xfrm>
            <a:off x="9231267" y="1354870"/>
            <a:ext cx="43004" cy="103113"/>
          </a:xfrm>
          <a:custGeom>
            <a:avLst/>
            <a:gdLst/>
            <a:ahLst/>
            <a:cxnLst/>
            <a:rect l="0" t="0" r="r" b="b"/>
            <a:pathLst>
              <a:path w="43004" h="103113">
                <a:moveTo>
                  <a:pt x="11503" y="45306"/>
                </a:moveTo>
                <a:quadBezTo>
                  <a:pt x="11503" y="39691"/>
                  <a:pt x="6931" y="35115"/>
                </a:quadBezTo>
                <a:quadBezTo>
                  <a:pt x="2499" y="30772"/>
                  <a:pt x="1250" y="24616"/>
                </a:quadBezTo>
                <a:quadBezTo>
                  <a:pt x="0" y="18462"/>
                  <a:pt x="2414" y="12665"/>
                </a:quadBezTo>
                <a:quadBezTo>
                  <a:pt x="4828" y="6866"/>
                  <a:pt x="10076" y="3419"/>
                </a:quadBezTo>
                <a:quadBezTo>
                  <a:pt x="15283" y="0"/>
                  <a:pt x="21502" y="62"/>
                </a:quadBezTo>
                <a:quadBezTo>
                  <a:pt x="27721" y="0"/>
                  <a:pt x="32927" y="3419"/>
                </a:quadBezTo>
                <a:quadBezTo>
                  <a:pt x="38176" y="6866"/>
                  <a:pt x="40590" y="12665"/>
                </a:quadBezTo>
                <a:quadBezTo>
                  <a:pt x="43004" y="18462"/>
                  <a:pt x="41754" y="24616"/>
                </a:quadBezTo>
                <a:quadBezTo>
                  <a:pt x="40504" y="30772"/>
                  <a:pt x="36020" y="35167"/>
                </a:quadBezTo>
                <a:quadBezTo>
                  <a:pt x="31501" y="39691"/>
                  <a:pt x="31501" y="45306"/>
                </a:quadBezTo>
                <a:quadBezTo>
                  <a:pt x="31587" y="48301"/>
                  <a:pt x="29408" y="50357"/>
                </a:quadBezTo>
                <a:quadBezTo>
                  <a:pt x="29042" y="50745"/>
                  <a:pt x="28646" y="51062"/>
                </a:quadBezTo>
                <a:lnTo>
                  <a:pt x="28646" y="95883"/>
                </a:lnTo>
                <a:quadBezTo>
                  <a:pt x="28732" y="98878"/>
                  <a:pt x="26553" y="100935"/>
                </a:quadBezTo>
                <a:quadBezTo>
                  <a:pt x="24497" y="103113"/>
                  <a:pt x="21502" y="103027"/>
                </a:quadBezTo>
                <a:quadBezTo>
                  <a:pt x="18507" y="103113"/>
                  <a:pt x="16450" y="100935"/>
                </a:quadBezTo>
                <a:quadBezTo>
                  <a:pt x="14272" y="98878"/>
                  <a:pt x="14358" y="95883"/>
                </a:quadBezTo>
                <a:lnTo>
                  <a:pt x="14358" y="51062"/>
                </a:lnTo>
                <a:quadBezTo>
                  <a:pt x="13962" y="50745"/>
                  <a:pt x="13595" y="50357"/>
                </a:quadBezTo>
                <a:quadBezTo>
                  <a:pt x="11417" y="48301"/>
                  <a:pt x="11503" y="45306"/>
                </a:quadBezTo>
                <a:close/>
                <a:moveTo>
                  <a:pt x="27752" y="21773"/>
                </a:moveTo>
                <a:quadBezTo>
                  <a:pt x="28130" y="19911"/>
                  <a:pt x="27400" y="18156"/>
                </a:quadBezTo>
                <a:quadBezTo>
                  <a:pt x="26670" y="16403"/>
                  <a:pt x="25084" y="15362"/>
                </a:quadBezTo>
                <a:quadBezTo>
                  <a:pt x="23500" y="14321"/>
                  <a:pt x="21606" y="14349"/>
                </a:quadBezTo>
                <a:lnTo>
                  <a:pt x="21502" y="14350"/>
                </a:lnTo>
                <a:lnTo>
                  <a:pt x="21398" y="14349"/>
                </a:lnTo>
                <a:quadBezTo>
                  <a:pt x="19504" y="14321"/>
                  <a:pt x="17919" y="15362"/>
                </a:quadBezTo>
                <a:quadBezTo>
                  <a:pt x="16334" y="16403"/>
                  <a:pt x="15604" y="18156"/>
                </a:quadBezTo>
                <a:quadBezTo>
                  <a:pt x="14873" y="19911"/>
                  <a:pt x="15251" y="21773"/>
                </a:quadBezTo>
                <a:quadBezTo>
                  <a:pt x="15522" y="23104"/>
                  <a:pt x="16318" y="24190"/>
                </a:quadBezTo>
                <a:quadBezTo>
                  <a:pt x="16383" y="24125"/>
                  <a:pt x="16450" y="24062"/>
                </a:quadBezTo>
                <a:quadBezTo>
                  <a:pt x="18507" y="21883"/>
                  <a:pt x="21502" y="21970"/>
                </a:quadBezTo>
                <a:quadBezTo>
                  <a:pt x="24497" y="21883"/>
                  <a:pt x="26553" y="24062"/>
                </a:quadBezTo>
                <a:quadBezTo>
                  <a:pt x="26622" y="24127"/>
                  <a:pt x="26690" y="24194"/>
                </a:quadBezTo>
                <a:quadBezTo>
                  <a:pt x="27478" y="23124"/>
                  <a:pt x="27752" y="21773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Ellipse"/>
          <p:cNvSpPr/>
          <p:nvPr/>
        </p:nvSpPr>
        <p:spPr>
          <a:xfrm>
            <a:off x="9534525" y="1400175"/>
            <a:ext cx="24765" cy="2476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Ellipse"/>
          <p:cNvSpPr/>
          <p:nvPr/>
        </p:nvSpPr>
        <p:spPr>
          <a:xfrm>
            <a:off x="9563100" y="1400175"/>
            <a:ext cx="24765" cy="2476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Ellipse"/>
          <p:cNvSpPr/>
          <p:nvPr/>
        </p:nvSpPr>
        <p:spPr>
          <a:xfrm>
            <a:off x="9582150" y="1400175"/>
            <a:ext cx="24765" cy="2476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Path"/>
          <p:cNvSpPr/>
          <p:nvPr/>
        </p:nvSpPr>
        <p:spPr>
          <a:xfrm>
            <a:off x="13156320" y="1373895"/>
            <a:ext cx="109624" cy="71610"/>
          </a:xfrm>
          <a:custGeom>
            <a:avLst/>
            <a:gdLst/>
            <a:ahLst/>
            <a:cxnLst/>
            <a:rect l="0" t="0" r="r" b="b"/>
            <a:pathLst>
              <a:path w="109624" h="71610">
                <a:moveTo>
                  <a:pt x="7230" y="86"/>
                </a:moveTo>
                <a:lnTo>
                  <a:pt x="73905" y="86"/>
                </a:lnTo>
                <a:quadBezTo>
                  <a:pt x="88700" y="86"/>
                  <a:pt x="99162" y="10548"/>
                </a:quadBezTo>
                <a:quadBezTo>
                  <a:pt x="109624" y="21010"/>
                  <a:pt x="109624" y="35805"/>
                </a:quadBezTo>
                <a:quadBezTo>
                  <a:pt x="109624" y="50600"/>
                  <a:pt x="99162" y="61062"/>
                </a:quadBezTo>
                <a:quadBezTo>
                  <a:pt x="88700" y="71524"/>
                  <a:pt x="73905" y="71524"/>
                </a:quadBezTo>
                <a:lnTo>
                  <a:pt x="45330" y="71524"/>
                </a:lnTo>
                <a:quadBezTo>
                  <a:pt x="42335" y="71610"/>
                  <a:pt x="40279" y="69431"/>
                </a:quadBezTo>
                <a:quadBezTo>
                  <a:pt x="38100" y="67375"/>
                  <a:pt x="38186" y="64380"/>
                </a:quadBezTo>
                <a:quadBezTo>
                  <a:pt x="38100" y="61385"/>
                  <a:pt x="40279" y="59329"/>
                </a:quadBezTo>
                <a:quadBezTo>
                  <a:pt x="42335" y="57150"/>
                  <a:pt x="45330" y="57236"/>
                </a:quadBezTo>
                <a:lnTo>
                  <a:pt x="73905" y="57236"/>
                </a:lnTo>
                <a:quadBezTo>
                  <a:pt x="82782" y="57236"/>
                  <a:pt x="89059" y="50959"/>
                </a:quadBezTo>
                <a:quadBezTo>
                  <a:pt x="95336" y="44682"/>
                  <a:pt x="95336" y="35805"/>
                </a:quadBezTo>
                <a:quadBezTo>
                  <a:pt x="95336" y="26928"/>
                  <a:pt x="89059" y="20651"/>
                </a:quadBezTo>
                <a:quadBezTo>
                  <a:pt x="82782" y="14374"/>
                  <a:pt x="73905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</a:path>
            </a:pathLst>
          </a:custGeom>
          <a:solidFill>
            <a:srgbClr val="DDD9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Path"/>
          <p:cNvSpPr/>
          <p:nvPr/>
        </p:nvSpPr>
        <p:spPr>
          <a:xfrm>
            <a:off x="13251570" y="1383420"/>
            <a:ext cx="38272" cy="62085"/>
          </a:xfrm>
          <a:custGeom>
            <a:avLst/>
            <a:gdLst/>
            <a:ahLst/>
            <a:cxnLst/>
            <a:rect l="0" t="0" r="r" b="b"/>
            <a:pathLst>
              <a:path w="38272" h="62085">
                <a:moveTo>
                  <a:pt x="36094" y="12281"/>
                </a:moveTo>
                <a:lnTo>
                  <a:pt x="17333" y="31042"/>
                </a:lnTo>
                <a:lnTo>
                  <a:pt x="36094" y="49804"/>
                </a:lnTo>
                <a:quadBezTo>
                  <a:pt x="38272" y="51860"/>
                  <a:pt x="38186" y="54855"/>
                </a:quadBezTo>
                <a:quadBezTo>
                  <a:pt x="38272" y="57850"/>
                  <a:pt x="36094" y="59906"/>
                </a:quadBezTo>
                <a:quadBezTo>
                  <a:pt x="34037" y="62085"/>
                  <a:pt x="31042" y="61999"/>
                </a:quadBezTo>
                <a:quadBezTo>
                  <a:pt x="28048" y="62085"/>
                  <a:pt x="25991" y="59906"/>
                </a:quadBezTo>
                <a:lnTo>
                  <a:pt x="2179" y="36094"/>
                </a:lnTo>
                <a:quadBezTo>
                  <a:pt x="0" y="34037"/>
                  <a:pt x="86" y="31042"/>
                </a:quadBezTo>
                <a:quadBezTo>
                  <a:pt x="0" y="28048"/>
                  <a:pt x="2179" y="25991"/>
                </a:quadBezTo>
                <a:lnTo>
                  <a:pt x="25991" y="2179"/>
                </a:lnTo>
                <a:quadBezTo>
                  <a:pt x="28048" y="0"/>
                  <a:pt x="31042" y="86"/>
                </a:quadBezTo>
                <a:quadBezTo>
                  <a:pt x="34037" y="0"/>
                  <a:pt x="36094" y="2179"/>
                </a:quadBezTo>
                <a:quadBezTo>
                  <a:pt x="38272" y="4235"/>
                  <a:pt x="38186" y="7230"/>
                </a:quadBezTo>
                <a:quadBezTo>
                  <a:pt x="38272" y="10225"/>
                  <a:pt x="36094" y="12281"/>
                </a:quadBezTo>
                <a:close/>
              </a:path>
            </a:pathLst>
          </a:custGeom>
          <a:solidFill>
            <a:srgbClr val="DDD9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Rectangle"/>
          <p:cNvSpPr/>
          <p:nvPr/>
        </p:nvSpPr>
        <p:spPr>
          <a:xfrm>
            <a:off x="5719763" y="1204913"/>
            <a:ext cx="7991475" cy="409575"/>
          </a:xfrm>
          <a:prstGeom prst="rect">
            <a:avLst/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Box"/>
          <p:cNvSpPr txBox="1"/>
          <p:nvPr/>
        </p:nvSpPr>
        <p:spPr>
          <a:xfrm>
            <a:off x="6096000" y="1847850"/>
            <a:ext cx="5486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zh-CN" sz="1200">
                <a:solidFill>
                  <a:srgbClr val="1A1A17"/>
                </a:solidFill>
                <a:latin typeface="Inter"/>
                <a:ea typeface="Inter"/>
                <a:cs typeface="Inter"/>
              </a:rPr>
              <a:t>写完立刻就存，进程被杀也不丢字。网络断了、服务器找不到了，字都还在本机。</a:t>
            </a:r>
          </a:p>
        </p:txBody>
      </p:sp>
      <p:sp>
        <p:nvSpPr>
          <p:cNvPr id="123" name="TextBox"/>
          <p:cNvSpPr txBox="1"/>
          <p:nvPr/>
        </p:nvSpPr>
        <p:spPr>
          <a:xfrm>
            <a:off x="6096000" y="2266950"/>
            <a:ext cx="57150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25"/>
              </a:lnSpc>
            </a:pPr>
            <a:r>
              <a:rPr lang="zh-CN" sz="1125">
                <a:solidFill>
                  <a:srgbClr val="4B4B44"/>
                </a:solidFill>
                <a:latin typeface="Inter"/>
                <a:ea typeface="Inter"/>
                <a:cs typeface="Inter"/>
              </a:rPr>
              <a:t>同步不是前提，它只是一扇后台的门。门关着、排队、或者坏了——都不影响写字这件事。</a:t>
            </a:r>
          </a:p>
        </p:txBody>
      </p:sp>
      <p:sp>
        <p:nvSpPr>
          <p:cNvPr id="124" name="Rectangle"/>
          <p:cNvSpPr/>
          <p:nvPr/>
        </p:nvSpPr>
        <p:spPr>
          <a:xfrm>
            <a:off x="6086475" y="2819400"/>
            <a:ext cx="142875" cy="142875"/>
          </a:xfrm>
          <a:prstGeom prst="roundRect">
            <a:avLst>
              <a:gd name="adj" fmla="val 23333"/>
            </a:avLst>
          </a:prstGeom>
          <a:solidFill>
            <a:srgbClr val="1F6B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Rectangle"/>
          <p:cNvSpPr/>
          <p:nvPr/>
        </p:nvSpPr>
        <p:spPr>
          <a:xfrm>
            <a:off x="6086475" y="2819400"/>
            <a:ext cx="142875" cy="142875"/>
          </a:xfrm>
          <a:prstGeom prst="roundRect">
            <a:avLst>
              <a:gd name="adj" fmla="val 23333"/>
            </a:avLst>
          </a:prstGeom>
          <a:noFill/>
          <a:ln w="14288">
            <a:solidFill>
              <a:srgbClr val="1F6B4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6" name="Path"/>
          <p:cNvSpPr/>
          <p:nvPr/>
        </p:nvSpPr>
        <p:spPr>
          <a:xfrm>
            <a:off x="6220674" y="2848628"/>
            <a:ext cx="88033" cy="68983"/>
          </a:xfrm>
          <a:custGeom>
            <a:avLst/>
            <a:gdLst/>
            <a:ahLst/>
            <a:cxnLst/>
            <a:rect l="0" t="0" r="r" b="b"/>
            <a:pathLst>
              <a:path w="88033" h="68983">
                <a:moveTo>
                  <a:pt x="14738" y="29480"/>
                </a:moveTo>
                <a:lnTo>
                  <a:pt x="33074" y="47817"/>
                </a:lnTo>
                <a:lnTo>
                  <a:pt x="72754" y="3177"/>
                </a:lnTo>
                <a:quadBezTo>
                  <a:pt x="75064" y="422"/>
                  <a:pt x="78658" y="314"/>
                </a:quadBezTo>
                <a:quadBezTo>
                  <a:pt x="82239" y="0"/>
                  <a:pt x="84856" y="2465"/>
                </a:quadBezTo>
                <a:quadBezTo>
                  <a:pt x="87611" y="4775"/>
                  <a:pt x="87719" y="8369"/>
                </a:quadBezTo>
                <a:quadBezTo>
                  <a:pt x="88033" y="11950"/>
                  <a:pt x="85568" y="14567"/>
                </a:quadBezTo>
                <a:lnTo>
                  <a:pt x="39848" y="66002"/>
                </a:lnTo>
                <a:quadBezTo>
                  <a:pt x="39764" y="66096"/>
                  <a:pt x="39678" y="66188"/>
                </a:quadBezTo>
                <a:quadBezTo>
                  <a:pt x="39592" y="66280"/>
                  <a:pt x="39503" y="66369"/>
                </a:quadBezTo>
                <a:quadBezTo>
                  <a:pt x="37035" y="68983"/>
                  <a:pt x="33441" y="68879"/>
                </a:quadBezTo>
                <a:quadBezTo>
                  <a:pt x="29847" y="68983"/>
                  <a:pt x="27379" y="66369"/>
                </a:quadBezTo>
                <a:lnTo>
                  <a:pt x="2614" y="41604"/>
                </a:lnTo>
                <a:quadBezTo>
                  <a:pt x="0" y="39136"/>
                  <a:pt x="103" y="35542"/>
                </a:quadBezTo>
                <a:quadBezTo>
                  <a:pt x="0" y="31948"/>
                  <a:pt x="2614" y="29480"/>
                </a:quadBezTo>
                <a:quadBezTo>
                  <a:pt x="5082" y="26866"/>
                  <a:pt x="8676" y="26969"/>
                </a:quadBezTo>
                <a:quadBezTo>
                  <a:pt x="12270" y="26866"/>
                  <a:pt x="14738" y="2948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Box"/>
          <p:cNvSpPr txBox="1"/>
          <p:nvPr/>
        </p:nvSpPr>
        <p:spPr>
          <a:xfrm>
            <a:off x="6400800" y="280035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6B6A62"/>
                </a:solidFill>
                <a:latin typeface="Inter"/>
                <a:ea typeface="Inter"/>
                <a:cs typeface="Inter"/>
              </a:rPr>
              <a:t>已同步过一次</a:t>
            </a:r>
          </a:p>
        </p:txBody>
      </p:sp>
      <p:sp>
        <p:nvSpPr>
          <p:cNvPr id="128" name="Rectangle"/>
          <p:cNvSpPr/>
          <p:nvPr/>
        </p:nvSpPr>
        <p:spPr>
          <a:xfrm>
            <a:off x="6400800" y="2886889"/>
            <a:ext cx="857250" cy="9767"/>
          </a:xfrm>
          <a:prstGeom prst="rect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Rectangle"/>
          <p:cNvSpPr/>
          <p:nvPr/>
        </p:nvSpPr>
        <p:spPr>
          <a:xfrm>
            <a:off x="6124575" y="3238500"/>
            <a:ext cx="142875" cy="142875"/>
          </a:xfrm>
          <a:prstGeom prst="roundRect">
            <a:avLst>
              <a:gd name="adj" fmla="val 23333"/>
            </a:avLst>
          </a:prstGeom>
          <a:noFill/>
          <a:ln w="14288">
            <a:solidFill>
              <a:srgbClr val="6B6A6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Box"/>
          <p:cNvSpPr txBox="1"/>
          <p:nvPr/>
        </p:nvSpPr>
        <p:spPr>
          <a:xfrm>
            <a:off x="6400800" y="3219450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1A1A17"/>
                </a:solidFill>
                <a:latin typeface="Inter"/>
                <a:ea typeface="Inter"/>
                <a:cs typeface="Inter"/>
              </a:rPr>
              <a:t>同步失败时要说清为什么，并能重试</a:t>
            </a:r>
          </a:p>
        </p:txBody>
      </p:sp>
      <p:sp>
        <p:nvSpPr>
          <p:cNvPr id="131" name="Rectangle"/>
          <p:cNvSpPr/>
          <p:nvPr/>
        </p:nvSpPr>
        <p:spPr>
          <a:xfrm>
            <a:off x="6096000" y="3648075"/>
            <a:ext cx="7239000" cy="495300"/>
          </a:xfrm>
          <a:prstGeom prst="roundRect">
            <a:avLst>
              <a:gd name="adj" fmla="val 15384"/>
            </a:avLst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Box"/>
          <p:cNvSpPr txBox="1"/>
          <p:nvPr/>
        </p:nvSpPr>
        <p:spPr>
          <a:xfrm>
            <a:off x="6248400" y="3781425"/>
            <a:ext cx="34671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050">
                <a:solidFill>
                  <a:srgbClr val="4B4B44"/>
                </a:solidFill>
                <a:latin typeface="Inter"/>
                <a:ea typeface="Inter"/>
                <a:cs typeface="Inter"/>
              </a:rPr>
              <a:t>分歧的最坏结果只能是多出一份副本，不能是少掉一段话。</a:t>
            </a:r>
          </a:p>
        </p:txBody>
      </p:sp>
      <p:sp>
        <p:nvSpPr>
          <p:cNvPr id="133" name="Rectangle"/>
          <p:cNvSpPr/>
          <p:nvPr/>
        </p:nvSpPr>
        <p:spPr>
          <a:xfrm>
            <a:off x="6100763" y="3652838"/>
            <a:ext cx="7229475" cy="485775"/>
          </a:xfrm>
          <a:prstGeom prst="roundRect">
            <a:avLst>
              <a:gd name="adj" fmla="val 14705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Box"/>
          <p:cNvSpPr txBox="1"/>
          <p:nvPr/>
        </p:nvSpPr>
        <p:spPr>
          <a:xfrm>
            <a:off x="6096000" y="4295775"/>
            <a:ext cx="24288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25"/>
              </a:lnSpc>
            </a:pPr>
            <a:r>
              <a:rPr lang="zh-CN" sz="1125">
                <a:solidFill>
                  <a:srgbClr val="4B4B44"/>
                </a:solidFill>
                <a:latin typeface="Inter"/>
                <a:ea typeface="Inter"/>
                <a:cs typeface="Inter"/>
              </a:rPr>
              <a:t>下午去确认内网那台的代理例外清单。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716000" cy="857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13716000" cy="4953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"/>
          <p:cNvSpPr/>
          <p:nvPr/>
        </p:nvSpPr>
        <p:spPr>
          <a:xfrm>
            <a:off x="123825" y="190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"/>
          <p:cNvSpPr/>
          <p:nvPr/>
        </p:nvSpPr>
        <p:spPr>
          <a:xfrm>
            <a:off x="314325" y="190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504825" y="190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ath"/>
          <p:cNvSpPr/>
          <p:nvPr/>
        </p:nvSpPr>
        <p:spPr>
          <a:xfrm>
            <a:off x="926220" y="202320"/>
            <a:ext cx="128760" cy="90660"/>
          </a:xfrm>
          <a:custGeom>
            <a:avLst/>
            <a:gdLst/>
            <a:ahLst/>
            <a:cxnLst/>
            <a:rect l="0" t="0" r="r" b="b"/>
            <a:pathLst>
              <a:path w="128760" h="90660">
                <a:moveTo>
                  <a:pt x="7230" y="86"/>
                </a:moveTo>
                <a:lnTo>
                  <a:pt x="121530" y="86"/>
                </a:lnTo>
                <a:quadBezTo>
                  <a:pt x="124525" y="0"/>
                  <a:pt x="126581" y="2179"/>
                </a:quadBezTo>
                <a:quadBezTo>
                  <a:pt x="128760" y="4235"/>
                  <a:pt x="128674" y="7230"/>
                </a:quadBezTo>
                <a:quadBezTo>
                  <a:pt x="128760" y="10225"/>
                  <a:pt x="126581" y="12281"/>
                </a:quadBezTo>
                <a:quadBezTo>
                  <a:pt x="124525" y="14460"/>
                  <a:pt x="121530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  <a:moveTo>
                  <a:pt x="7230" y="38186"/>
                </a:moveTo>
                <a:lnTo>
                  <a:pt x="121530" y="38186"/>
                </a:lnTo>
                <a:quadBezTo>
                  <a:pt x="124525" y="38100"/>
                  <a:pt x="126581" y="40279"/>
                </a:quadBezTo>
                <a:quadBezTo>
                  <a:pt x="128760" y="42335"/>
                  <a:pt x="128674" y="45330"/>
                </a:quadBezTo>
                <a:quadBezTo>
                  <a:pt x="128760" y="48325"/>
                  <a:pt x="126581" y="50381"/>
                </a:quadBezTo>
                <a:quadBezTo>
                  <a:pt x="124525" y="52560"/>
                  <a:pt x="121530" y="52474"/>
                </a:quadBezTo>
                <a:lnTo>
                  <a:pt x="7230" y="52474"/>
                </a:lnTo>
                <a:quadBezTo>
                  <a:pt x="4235" y="52560"/>
                  <a:pt x="2179" y="50381"/>
                </a:quadBezTo>
                <a:quadBezTo>
                  <a:pt x="0" y="48325"/>
                  <a:pt x="86" y="45330"/>
                </a:quadBezTo>
                <a:quadBezTo>
                  <a:pt x="0" y="42335"/>
                  <a:pt x="2179" y="40279"/>
                </a:quadBezTo>
                <a:quadBezTo>
                  <a:pt x="4235" y="38100"/>
                  <a:pt x="7230" y="38186"/>
                </a:quadBezTo>
                <a:close/>
                <a:moveTo>
                  <a:pt x="7230" y="76286"/>
                </a:moveTo>
                <a:lnTo>
                  <a:pt x="121530" y="76286"/>
                </a:lnTo>
                <a:quadBezTo>
                  <a:pt x="124525" y="76200"/>
                  <a:pt x="126581" y="78379"/>
                </a:quadBezTo>
                <a:quadBezTo>
                  <a:pt x="128760" y="80435"/>
                  <a:pt x="128674" y="83430"/>
                </a:quadBezTo>
                <a:quadBezTo>
                  <a:pt x="128760" y="86425"/>
                  <a:pt x="126581" y="88481"/>
                </a:quadBezTo>
                <a:quadBezTo>
                  <a:pt x="124525" y="90660"/>
                  <a:pt x="121530" y="90574"/>
                </a:quadBezTo>
                <a:lnTo>
                  <a:pt x="7230" y="90574"/>
                </a:lnTo>
                <a:quadBezTo>
                  <a:pt x="4235" y="90660"/>
                  <a:pt x="2179" y="88481"/>
                </a:quadBezTo>
                <a:quadBezTo>
                  <a:pt x="0" y="86425"/>
                  <a:pt x="86" y="83430"/>
                </a:quadBezTo>
                <a:quadBezTo>
                  <a:pt x="0" y="80435"/>
                  <a:pt x="2179" y="78379"/>
                </a:quadBezTo>
                <a:quadBezTo>
                  <a:pt x="4235" y="76200"/>
                  <a:pt x="7230" y="76286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1238250" y="171450"/>
            <a:ext cx="3027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05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Noto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638300" y="180975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本地优先</a:t>
            </a:r>
          </a:p>
        </p:txBody>
      </p:sp>
      <p:sp>
        <p:nvSpPr>
          <p:cNvPr id="10" name="Path"/>
          <p:cNvSpPr/>
          <p:nvPr/>
        </p:nvSpPr>
        <p:spPr>
          <a:xfrm>
            <a:off x="13356345" y="192795"/>
            <a:ext cx="119235" cy="119235"/>
          </a:xfrm>
          <a:custGeom>
            <a:avLst/>
            <a:gdLst/>
            <a:ahLst/>
            <a:cxnLst/>
            <a:rect l="0" t="0" r="r" b="b"/>
            <a:pathLst>
              <a:path w="119235" h="119235">
                <a:moveTo>
                  <a:pt x="14374" y="14374"/>
                </a:moveTo>
                <a:lnTo>
                  <a:pt x="14374" y="35805"/>
                </a:lnTo>
                <a:quadBezTo>
                  <a:pt x="14460" y="38800"/>
                  <a:pt x="12281" y="40856"/>
                </a:quadBezTo>
                <a:quadBezTo>
                  <a:pt x="10225" y="43035"/>
                  <a:pt x="7230" y="42949"/>
                </a:quadBezTo>
                <a:quadBezTo>
                  <a:pt x="4235" y="43035"/>
                  <a:pt x="2179" y="40856"/>
                </a:quadBezTo>
                <a:quadBezTo>
                  <a:pt x="0" y="38800"/>
                  <a:pt x="86" y="35805"/>
                </a:quadBezTo>
                <a:lnTo>
                  <a:pt x="86" y="7230"/>
                </a:ln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lnTo>
                  <a:pt x="35805" y="86"/>
                </a:lnTo>
                <a:quadBezTo>
                  <a:pt x="38800" y="0"/>
                  <a:pt x="40856" y="2179"/>
                </a:quadBezTo>
                <a:quadBezTo>
                  <a:pt x="43035" y="4235"/>
                  <a:pt x="42949" y="7230"/>
                </a:quadBezTo>
                <a:quadBezTo>
                  <a:pt x="43035" y="10225"/>
                  <a:pt x="40856" y="12281"/>
                </a:quadBezTo>
                <a:quadBezTo>
                  <a:pt x="38800" y="14460"/>
                  <a:pt x="35805" y="14374"/>
                </a:quadBezTo>
                <a:lnTo>
                  <a:pt x="14374" y="14374"/>
                </a:lnTo>
                <a:close/>
                <a:moveTo>
                  <a:pt x="83430" y="86"/>
                </a:moveTo>
                <a:lnTo>
                  <a:pt x="112005" y="86"/>
                </a:lnTo>
                <a:quadBezTo>
                  <a:pt x="115000" y="0"/>
                  <a:pt x="117056" y="2179"/>
                </a:quadBezTo>
                <a:quadBezTo>
                  <a:pt x="119235" y="4235"/>
                  <a:pt x="119149" y="7230"/>
                </a:quadBezTo>
                <a:lnTo>
                  <a:pt x="119149" y="35805"/>
                </a:lnTo>
                <a:quadBezTo>
                  <a:pt x="119235" y="38800"/>
                  <a:pt x="117056" y="40856"/>
                </a:quadBezTo>
                <a:quadBezTo>
                  <a:pt x="115000" y="43035"/>
                  <a:pt x="112005" y="42949"/>
                </a:quadBezTo>
                <a:quadBezTo>
                  <a:pt x="109010" y="43035"/>
                  <a:pt x="106954" y="40856"/>
                </a:quadBezTo>
                <a:quadBezTo>
                  <a:pt x="104775" y="38800"/>
                  <a:pt x="104861" y="35805"/>
                </a:quadBezTo>
                <a:lnTo>
                  <a:pt x="104861" y="14374"/>
                </a:lnTo>
                <a:lnTo>
                  <a:pt x="83430" y="14374"/>
                </a:lnTo>
                <a:quadBezTo>
                  <a:pt x="80435" y="14460"/>
                  <a:pt x="78379" y="12281"/>
                </a:quadBezTo>
                <a:quadBezTo>
                  <a:pt x="76200" y="10225"/>
                  <a:pt x="76286" y="7230"/>
                </a:quadBezTo>
                <a:quadBezTo>
                  <a:pt x="76200" y="4235"/>
                  <a:pt x="78379" y="2179"/>
                </a:quadBezTo>
                <a:quadBezTo>
                  <a:pt x="80435" y="0"/>
                  <a:pt x="83430" y="86"/>
                </a:quadBezTo>
                <a:close/>
                <a:moveTo>
                  <a:pt x="35805" y="119149"/>
                </a:moveTo>
                <a:lnTo>
                  <a:pt x="7230" y="119149"/>
                </a:lnTo>
                <a:quadBezTo>
                  <a:pt x="4235" y="119235"/>
                  <a:pt x="2179" y="117056"/>
                </a:quadBezTo>
                <a:quadBezTo>
                  <a:pt x="0" y="115000"/>
                  <a:pt x="86" y="112005"/>
                </a:quadBezTo>
                <a:lnTo>
                  <a:pt x="86" y="83430"/>
                </a:lnTo>
                <a:quadBezTo>
                  <a:pt x="0" y="80435"/>
                  <a:pt x="2179" y="78379"/>
                </a:quadBezTo>
                <a:quadBezTo>
                  <a:pt x="4235" y="76200"/>
                  <a:pt x="7230" y="76286"/>
                </a:quadBezTo>
                <a:quadBezTo>
                  <a:pt x="10225" y="76200"/>
                  <a:pt x="12281" y="78379"/>
                </a:quadBezTo>
                <a:quadBezTo>
                  <a:pt x="14460" y="80435"/>
                  <a:pt x="14374" y="83430"/>
                </a:quadBezTo>
                <a:lnTo>
                  <a:pt x="14374" y="104861"/>
                </a:lnTo>
                <a:lnTo>
                  <a:pt x="35805" y="104861"/>
                </a:lnTo>
                <a:quadBezTo>
                  <a:pt x="38800" y="104775"/>
                  <a:pt x="40856" y="106954"/>
                </a:quadBezTo>
                <a:quadBezTo>
                  <a:pt x="43035" y="109010"/>
                  <a:pt x="42949" y="112005"/>
                </a:quadBezTo>
                <a:quadBezTo>
                  <a:pt x="43035" y="115000"/>
                  <a:pt x="40856" y="117056"/>
                </a:quadBezTo>
                <a:quadBezTo>
                  <a:pt x="38800" y="119235"/>
                  <a:pt x="35805" y="119149"/>
                </a:quadBezTo>
                <a:close/>
                <a:moveTo>
                  <a:pt x="119149" y="112005"/>
                </a:moveTo>
                <a:quadBezTo>
                  <a:pt x="119235" y="115000"/>
                  <a:pt x="117056" y="117056"/>
                </a:quadBezTo>
                <a:quadBezTo>
                  <a:pt x="115000" y="119235"/>
                  <a:pt x="112005" y="119149"/>
                </a:quadBezTo>
                <a:lnTo>
                  <a:pt x="83430" y="119149"/>
                </a:lnTo>
                <a:quadBezTo>
                  <a:pt x="80435" y="119235"/>
                  <a:pt x="78379" y="117056"/>
                </a:quadBezTo>
                <a:quadBezTo>
                  <a:pt x="76200" y="115000"/>
                  <a:pt x="76286" y="112005"/>
                </a:quadBezTo>
                <a:quadBezTo>
                  <a:pt x="76200" y="109010"/>
                  <a:pt x="78379" y="106954"/>
                </a:quadBezTo>
                <a:quadBezTo>
                  <a:pt x="80435" y="104775"/>
                  <a:pt x="83430" y="104861"/>
                </a:quadBezTo>
                <a:lnTo>
                  <a:pt x="104861" y="104861"/>
                </a:lnTo>
                <a:lnTo>
                  <a:pt x="104861" y="83430"/>
                </a:lnTo>
                <a:quadBezTo>
                  <a:pt x="104775" y="80435"/>
                  <a:pt x="106954" y="78379"/>
                </a:quadBezTo>
                <a:quadBezTo>
                  <a:pt x="109010" y="76200"/>
                  <a:pt x="112005" y="76286"/>
                </a:quadBezTo>
                <a:quadBezTo>
                  <a:pt x="115000" y="76200"/>
                  <a:pt x="117056" y="78379"/>
                </a:quadBezTo>
                <a:quadBezTo>
                  <a:pt x="119235" y="80435"/>
                  <a:pt x="119149" y="83430"/>
                </a:quadBezTo>
                <a:lnTo>
                  <a:pt x="119149" y="112005"/>
                </a:ln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4763" y="4763"/>
            <a:ext cx="13706475" cy="485775"/>
          </a:xfrm>
          <a:prstGeom prst="rect">
            <a:avLst/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0" y="495300"/>
            <a:ext cx="13716000" cy="80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0" y="495300"/>
            <a:ext cx="2476500" cy="80772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95250" y="609600"/>
            <a:ext cx="1485900" cy="381000"/>
          </a:xfrm>
          <a:prstGeom prst="roundRect">
            <a:avLst>
              <a:gd name="adj" fmla="val 50000"/>
            </a:avLst>
          </a:pr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ath"/>
          <p:cNvSpPr/>
          <p:nvPr/>
        </p:nvSpPr>
        <p:spPr>
          <a:xfrm>
            <a:off x="516645" y="754770"/>
            <a:ext cx="100185" cy="100185"/>
          </a:xfrm>
          <a:custGeom>
            <a:avLst/>
            <a:gdLst/>
            <a:ahLst/>
            <a:cxnLst/>
            <a:rect l="0" t="0" r="r" b="b"/>
            <a:pathLst>
              <a:path w="100185" h="100185">
                <a:moveTo>
                  <a:pt x="57236" y="7230"/>
                </a:moveTo>
                <a:lnTo>
                  <a:pt x="57236" y="42949"/>
                </a:lnTo>
                <a:lnTo>
                  <a:pt x="92955" y="42949"/>
                </a:lnTo>
                <a:quadBezTo>
                  <a:pt x="95950" y="42863"/>
                  <a:pt x="98006" y="45041"/>
                </a:quadBezTo>
                <a:quadBezTo>
                  <a:pt x="100185" y="47098"/>
                  <a:pt x="100099" y="50092"/>
                </a:quadBezTo>
                <a:quadBezTo>
                  <a:pt x="100185" y="53087"/>
                  <a:pt x="98006" y="55144"/>
                </a:quadBezTo>
                <a:quadBezTo>
                  <a:pt x="95950" y="57322"/>
                  <a:pt x="92955" y="57236"/>
                </a:quadBezTo>
                <a:lnTo>
                  <a:pt x="57236" y="57236"/>
                </a:lnTo>
                <a:lnTo>
                  <a:pt x="57236" y="92955"/>
                </a:lnTo>
                <a:quadBezTo>
                  <a:pt x="57322" y="95950"/>
                  <a:pt x="55144" y="98006"/>
                </a:quadBezTo>
                <a:quadBezTo>
                  <a:pt x="53087" y="100185"/>
                  <a:pt x="50092" y="100099"/>
                </a:quadBezTo>
                <a:quadBezTo>
                  <a:pt x="47098" y="100185"/>
                  <a:pt x="45041" y="98006"/>
                </a:quadBezTo>
                <a:quadBezTo>
                  <a:pt x="42863" y="95950"/>
                  <a:pt x="42949" y="92955"/>
                </a:quadBezTo>
                <a:lnTo>
                  <a:pt x="42949" y="57236"/>
                </a:lnTo>
                <a:lnTo>
                  <a:pt x="7230" y="57236"/>
                </a:lnTo>
                <a:quadBezTo>
                  <a:pt x="4235" y="57322"/>
                  <a:pt x="2179" y="55144"/>
                </a:quadBezTo>
                <a:quadBezTo>
                  <a:pt x="0" y="53087"/>
                  <a:pt x="86" y="50092"/>
                </a:quadBezTo>
                <a:quadBezTo>
                  <a:pt x="0" y="47098"/>
                  <a:pt x="2179" y="45041"/>
                </a:quadBezTo>
                <a:quadBezTo>
                  <a:pt x="4235" y="42863"/>
                  <a:pt x="7230" y="42949"/>
                </a:quadBezTo>
                <a:lnTo>
                  <a:pt x="42949" y="42949"/>
                </a:lnTo>
                <a:lnTo>
                  <a:pt x="42949" y="7230"/>
                </a:lnTo>
                <a:quadBezTo>
                  <a:pt x="42863" y="4235"/>
                  <a:pt x="45041" y="2179"/>
                </a:quadBezTo>
                <a:quadBezTo>
                  <a:pt x="47098" y="0"/>
                  <a:pt x="50092" y="86"/>
                </a:quadBezTo>
                <a:quadBezTo>
                  <a:pt x="53087" y="0"/>
                  <a:pt x="55144" y="2179"/>
                </a:quadBezTo>
                <a:quadBezTo>
                  <a:pt x="57322" y="4235"/>
                  <a:pt x="57236" y="72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704850" y="7239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新建笔记</a:t>
            </a:r>
          </a:p>
        </p:txBody>
      </p:sp>
      <p:sp>
        <p:nvSpPr>
          <p:cNvPr id="17" name="Rectangle"/>
          <p:cNvSpPr/>
          <p:nvPr/>
        </p:nvSpPr>
        <p:spPr>
          <a:xfrm>
            <a:off x="1657350" y="609600"/>
            <a:ext cx="7239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905000" y="733425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模板</a:t>
            </a:r>
          </a:p>
        </p:txBody>
      </p:sp>
      <p:sp>
        <p:nvSpPr>
          <p:cNvPr id="19" name="Rectangle"/>
          <p:cNvSpPr/>
          <p:nvPr/>
        </p:nvSpPr>
        <p:spPr>
          <a:xfrm>
            <a:off x="1662113" y="614363"/>
            <a:ext cx="7143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95250" y="1143000"/>
            <a:ext cx="228600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ath"/>
          <p:cNvSpPr/>
          <p:nvPr/>
        </p:nvSpPr>
        <p:spPr>
          <a:xfrm>
            <a:off x="192881" y="1259681"/>
            <a:ext cx="128588" cy="119063"/>
          </a:xfrm>
          <a:custGeom>
            <a:avLst/>
            <a:gdLst/>
            <a:ahLst/>
            <a:cxnLst/>
            <a:rect l="0" t="0" r="r" b="b"/>
            <a:pathLst>
              <a:path w="128588" h="119063">
                <a:moveTo>
                  <a:pt x="111919" y="0"/>
                </a:moveTo>
                <a:quadBezTo>
                  <a:pt x="118823" y="0"/>
                  <a:pt x="123705" y="4882"/>
                </a:quadBezTo>
                <a:quadBezTo>
                  <a:pt x="128588" y="9764"/>
                  <a:pt x="128588" y="16669"/>
                </a:quadBezTo>
                <a:lnTo>
                  <a:pt x="128588" y="102394"/>
                </a:lnTo>
                <a:quadBezTo>
                  <a:pt x="128588" y="109298"/>
                  <a:pt x="123705" y="114180"/>
                </a:quadBezTo>
                <a:quadBezTo>
                  <a:pt x="118823" y="119062"/>
                  <a:pt x="111919" y="119063"/>
                </a:quadBezTo>
                <a:lnTo>
                  <a:pt x="16669" y="119063"/>
                </a:lnTo>
                <a:quadBezTo>
                  <a:pt x="9764" y="119062"/>
                  <a:pt x="4882" y="114180"/>
                </a:quadBezTo>
                <a:quadBezTo>
                  <a:pt x="0" y="109298"/>
                  <a:pt x="0" y="102394"/>
                </a:quadBezTo>
                <a:lnTo>
                  <a:pt x="0" y="16669"/>
                </a:lnTo>
                <a:quadBezTo>
                  <a:pt x="0" y="9764"/>
                  <a:pt x="4882" y="4882"/>
                </a:quadBezTo>
                <a:quadBezTo>
                  <a:pt x="9764" y="0"/>
                  <a:pt x="16669" y="0"/>
                </a:quadBezTo>
                <a:lnTo>
                  <a:pt x="111919" y="0"/>
                </a:lnTo>
                <a:close/>
                <a:moveTo>
                  <a:pt x="111919" y="14288"/>
                </a:moveTo>
                <a:lnTo>
                  <a:pt x="16669" y="14288"/>
                </a:lnTo>
                <a:quadBezTo>
                  <a:pt x="15682" y="14288"/>
                  <a:pt x="14985" y="14985"/>
                </a:quadBezTo>
                <a:quadBezTo>
                  <a:pt x="14288" y="15682"/>
                  <a:pt x="14288" y="16669"/>
                </a:quadBezTo>
                <a:lnTo>
                  <a:pt x="14288" y="102394"/>
                </a:lnTo>
                <a:quadBezTo>
                  <a:pt x="14288" y="103380"/>
                  <a:pt x="14985" y="104078"/>
                </a:quadBezTo>
                <a:quadBezTo>
                  <a:pt x="15682" y="104775"/>
                  <a:pt x="16669" y="104775"/>
                </a:quadBezTo>
                <a:lnTo>
                  <a:pt x="111919" y="104775"/>
                </a:lnTo>
                <a:quadBezTo>
                  <a:pt x="112905" y="104775"/>
                  <a:pt x="113603" y="104078"/>
                </a:quadBezTo>
                <a:quadBezTo>
                  <a:pt x="114300" y="103380"/>
                  <a:pt x="114300" y="102394"/>
                </a:quadBezTo>
                <a:lnTo>
                  <a:pt x="114300" y="16669"/>
                </a:lnTo>
                <a:quadBezTo>
                  <a:pt x="114300" y="15682"/>
                  <a:pt x="113603" y="14985"/>
                </a:quadBezTo>
                <a:quadBezTo>
                  <a:pt x="112905" y="14288"/>
                  <a:pt x="111919" y="14288"/>
                </a:quadBezTo>
                <a:close/>
              </a:path>
            </a:pathLst>
          </a:cu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ath"/>
          <p:cNvSpPr/>
          <p:nvPr/>
        </p:nvSpPr>
        <p:spPr>
          <a:xfrm>
            <a:off x="307095" y="1288170"/>
            <a:ext cx="62085" cy="62085"/>
          </a:xfrm>
          <a:custGeom>
            <a:avLst/>
            <a:gdLst/>
            <a:ahLst/>
            <a:cxnLst/>
            <a:rect l="0" t="0" r="r" b="b"/>
            <a:pathLst>
              <a:path w="62085" h="62085">
                <a:moveTo>
                  <a:pt x="7230" y="86"/>
                </a:moveTo>
                <a:lnTo>
                  <a:pt x="54855" y="86"/>
                </a:lnTo>
                <a:quadBezTo>
                  <a:pt x="57850" y="0"/>
                  <a:pt x="59906" y="2179"/>
                </a:quadBezTo>
                <a:quadBezTo>
                  <a:pt x="62085" y="4235"/>
                  <a:pt x="61999" y="7230"/>
                </a:quadBezTo>
                <a:quadBezTo>
                  <a:pt x="62085" y="10225"/>
                  <a:pt x="59906" y="12281"/>
                </a:quadBezTo>
                <a:quadBezTo>
                  <a:pt x="57850" y="14460"/>
                  <a:pt x="54855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  <a:moveTo>
                  <a:pt x="7230" y="23899"/>
                </a:moveTo>
                <a:lnTo>
                  <a:pt x="54855" y="23899"/>
                </a:lnTo>
                <a:quadBezTo>
                  <a:pt x="57850" y="23812"/>
                  <a:pt x="59906" y="25991"/>
                </a:quadBezTo>
                <a:quadBezTo>
                  <a:pt x="62085" y="28048"/>
                  <a:pt x="61999" y="31042"/>
                </a:quadBezTo>
                <a:quadBezTo>
                  <a:pt x="62085" y="34037"/>
                  <a:pt x="59906" y="36094"/>
                </a:quadBezTo>
                <a:quadBezTo>
                  <a:pt x="57850" y="38272"/>
                  <a:pt x="54855" y="38186"/>
                </a:quadBezTo>
                <a:lnTo>
                  <a:pt x="7230" y="38186"/>
                </a:lnTo>
                <a:quadBezTo>
                  <a:pt x="4235" y="38272"/>
                  <a:pt x="2179" y="36094"/>
                </a:quadBezTo>
                <a:quadBezTo>
                  <a:pt x="0" y="34037"/>
                  <a:pt x="86" y="31042"/>
                </a:quadBezTo>
                <a:quadBezTo>
                  <a:pt x="0" y="28048"/>
                  <a:pt x="2179" y="25991"/>
                </a:quadBezTo>
                <a:quadBezTo>
                  <a:pt x="4235" y="23812"/>
                  <a:pt x="7230" y="23899"/>
                </a:quadBezTo>
                <a:close/>
                <a:moveTo>
                  <a:pt x="7230" y="47711"/>
                </a:moveTo>
                <a:lnTo>
                  <a:pt x="35805" y="47711"/>
                </a:lnTo>
                <a:quadBezTo>
                  <a:pt x="38800" y="47625"/>
                  <a:pt x="40856" y="49804"/>
                </a:quadBezTo>
                <a:quadBezTo>
                  <a:pt x="43035" y="51860"/>
                  <a:pt x="42949" y="54855"/>
                </a:quadBezTo>
                <a:quadBezTo>
                  <a:pt x="43035" y="57850"/>
                  <a:pt x="40856" y="59906"/>
                </a:quadBezTo>
                <a:quadBezTo>
                  <a:pt x="38800" y="62085"/>
                  <a:pt x="35805" y="61999"/>
                </a:quadBezTo>
                <a:lnTo>
                  <a:pt x="7230" y="61999"/>
                </a:lnTo>
                <a:quadBezTo>
                  <a:pt x="4235" y="62085"/>
                  <a:pt x="2179" y="59906"/>
                </a:quadBezTo>
                <a:quadBezTo>
                  <a:pt x="0" y="57850"/>
                  <a:pt x="86" y="54855"/>
                </a:quadBezTo>
                <a:quadBezTo>
                  <a:pt x="0" y="51860"/>
                  <a:pt x="2179" y="49804"/>
                </a:quadBezTo>
                <a:quadBezTo>
                  <a:pt x="4235" y="47625"/>
                  <a:pt x="7230" y="47711"/>
                </a:quadBezTo>
                <a:close/>
              </a:path>
            </a:pathLst>
          </a:cu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981075" y="123825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全部笔记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2095500" y="1247775"/>
            <a:ext cx="18691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128</a:t>
            </a:r>
          </a:p>
        </p:txBody>
      </p:sp>
      <p:sp>
        <p:nvSpPr>
          <p:cNvPr id="25" name="Rectangle"/>
          <p:cNvSpPr/>
          <p:nvPr/>
        </p:nvSpPr>
        <p:spPr>
          <a:xfrm>
            <a:off x="95250" y="1504950"/>
            <a:ext cx="2286000" cy="342900"/>
          </a:xfrm>
          <a:prstGeom prst="roundRect">
            <a:avLst>
              <a:gd name="adj" fmla="val 16666"/>
            </a:avLst>
          </a:prstGeom>
          <a:solidFill>
            <a:srgbClr val="F6F5F2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71450" y="1628775"/>
            <a:ext cx="104775" cy="95250"/>
          </a:xfrm>
          <a:prstGeom prst="roundRect">
            <a:avLst>
              <a:gd name="adj" fmla="val 15000"/>
            </a:avLst>
          </a:prstGeom>
          <a:noFill/>
          <a:ln w="14288">
            <a:solidFill>
              <a:srgbClr val="4B4B4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7" name="Path"/>
          <p:cNvSpPr/>
          <p:nvPr/>
        </p:nvSpPr>
        <p:spPr>
          <a:xfrm>
            <a:off x="268995" y="1650120"/>
            <a:ext cx="119235" cy="59227"/>
          </a:xfrm>
          <a:custGeom>
            <a:avLst/>
            <a:gdLst/>
            <a:ahLst/>
            <a:cxnLst/>
            <a:rect l="0" t="0" r="r" b="b"/>
            <a:pathLst>
              <a:path w="119235" h="59227">
                <a:moveTo>
                  <a:pt x="42949" y="7230"/>
                </a:moveTo>
                <a:lnTo>
                  <a:pt x="42949" y="28185"/>
                </a:lnTo>
                <a:quadBezTo>
                  <a:pt x="43035" y="31180"/>
                  <a:pt x="40856" y="33236"/>
                </a:quadBezTo>
                <a:quadBezTo>
                  <a:pt x="38800" y="35415"/>
                  <a:pt x="35805" y="35329"/>
                </a:quadBezTo>
                <a:quadBezTo>
                  <a:pt x="32810" y="35415"/>
                  <a:pt x="30754" y="33236"/>
                </a:quadBezTo>
                <a:quadBezTo>
                  <a:pt x="28575" y="31180"/>
                  <a:pt x="28661" y="28185"/>
                </a:quadBezTo>
                <a:lnTo>
                  <a:pt x="28661" y="7230"/>
                </a:lnTo>
                <a:quadBezTo>
                  <a:pt x="28575" y="4235"/>
                  <a:pt x="30754" y="2179"/>
                </a:quadBezTo>
                <a:quadBezTo>
                  <a:pt x="32810" y="0"/>
                  <a:pt x="35805" y="86"/>
                </a:quadBezTo>
                <a:quadBezTo>
                  <a:pt x="38800" y="0"/>
                  <a:pt x="40856" y="2179"/>
                </a:quadBezTo>
                <a:quadBezTo>
                  <a:pt x="43035" y="4235"/>
                  <a:pt x="42949" y="7230"/>
                </a:quadBezTo>
                <a:close/>
                <a:moveTo>
                  <a:pt x="90574" y="7230"/>
                </a:moveTo>
                <a:lnTo>
                  <a:pt x="90574" y="28185"/>
                </a:lnTo>
                <a:quadBezTo>
                  <a:pt x="90660" y="31180"/>
                  <a:pt x="88481" y="33236"/>
                </a:quadBezTo>
                <a:quadBezTo>
                  <a:pt x="86425" y="35415"/>
                  <a:pt x="83430" y="35329"/>
                </a:quadBezTo>
                <a:quadBezTo>
                  <a:pt x="80435" y="35415"/>
                  <a:pt x="78379" y="33236"/>
                </a:quadBezTo>
                <a:quadBezTo>
                  <a:pt x="76200" y="31180"/>
                  <a:pt x="76286" y="28185"/>
                </a:quadBezTo>
                <a:lnTo>
                  <a:pt x="76286" y="7230"/>
                </a:lnTo>
                <a:quadBezTo>
                  <a:pt x="76200" y="4235"/>
                  <a:pt x="78379" y="2179"/>
                </a:quadBezTo>
                <a:quadBezTo>
                  <a:pt x="80435" y="0"/>
                  <a:pt x="83430" y="86"/>
                </a:quadBezTo>
                <a:quadBezTo>
                  <a:pt x="86425" y="0"/>
                  <a:pt x="88481" y="2179"/>
                </a:quadBezTo>
                <a:quadBezTo>
                  <a:pt x="90660" y="4235"/>
                  <a:pt x="90574" y="7230"/>
                </a:quadBezTo>
                <a:close/>
                <a:moveTo>
                  <a:pt x="7230" y="44854"/>
                </a:moveTo>
                <a:lnTo>
                  <a:pt x="112005" y="44854"/>
                </a:lnTo>
                <a:quadBezTo>
                  <a:pt x="115000" y="44767"/>
                  <a:pt x="117056" y="46946"/>
                </a:quadBezTo>
                <a:quadBezTo>
                  <a:pt x="119235" y="49003"/>
                  <a:pt x="119149" y="51997"/>
                </a:quadBezTo>
                <a:quadBezTo>
                  <a:pt x="119235" y="54992"/>
                  <a:pt x="117056" y="57049"/>
                </a:quadBezTo>
                <a:quadBezTo>
                  <a:pt x="115000" y="59227"/>
                  <a:pt x="112005" y="59141"/>
                </a:quadBezTo>
                <a:lnTo>
                  <a:pt x="7230" y="59141"/>
                </a:lnTo>
                <a:quadBezTo>
                  <a:pt x="4235" y="59227"/>
                  <a:pt x="2179" y="57049"/>
                </a:quadBezTo>
                <a:quadBezTo>
                  <a:pt x="0" y="54992"/>
                  <a:pt x="86" y="51997"/>
                </a:quadBezTo>
                <a:quadBezTo>
                  <a:pt x="0" y="49003"/>
                  <a:pt x="2179" y="46946"/>
                </a:quadBezTo>
                <a:quadBezTo>
                  <a:pt x="4235" y="44767"/>
                  <a:pt x="7230" y="44854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2038350" y="1600200"/>
            <a:ext cx="247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今天</a:t>
            </a:r>
          </a:p>
        </p:txBody>
      </p:sp>
      <p:sp>
        <p:nvSpPr>
          <p:cNvPr id="29" name="Rectangle"/>
          <p:cNvSpPr/>
          <p:nvPr/>
        </p:nvSpPr>
        <p:spPr>
          <a:xfrm>
            <a:off x="95250" y="1866900"/>
            <a:ext cx="2286000" cy="342900"/>
          </a:xfrm>
          <a:prstGeom prst="roundRect">
            <a:avLst>
              <a:gd name="adj" fmla="val 16666"/>
            </a:avLst>
          </a:prstGeom>
          <a:solidFill>
            <a:srgbClr val="F6F5F2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Path"/>
          <p:cNvSpPr/>
          <p:nvPr/>
        </p:nvSpPr>
        <p:spPr>
          <a:xfrm>
            <a:off x="-197730" y="1993020"/>
            <a:ext cx="119235" cy="100185"/>
          </a:xfrm>
          <a:custGeom>
            <a:avLst/>
            <a:gdLst/>
            <a:ahLst/>
            <a:cxnLst/>
            <a:rect l="0" t="0" r="r" b="b"/>
            <a:pathLst>
              <a:path w="119235" h="100185">
                <a:moveTo>
                  <a:pt x="112005" y="86"/>
                </a:moveTo>
                <a:quadBezTo>
                  <a:pt x="115000" y="0"/>
                  <a:pt x="117056" y="2179"/>
                </a:quadBezTo>
                <a:quadBezTo>
                  <a:pt x="119235" y="4235"/>
                  <a:pt x="119149" y="7230"/>
                </a:quadBezTo>
                <a:lnTo>
                  <a:pt x="119149" y="92955"/>
                </a:lnTo>
                <a:quadBezTo>
                  <a:pt x="119235" y="95950"/>
                  <a:pt x="117056" y="98006"/>
                </a:quadBezTo>
                <a:quadBezTo>
                  <a:pt x="115000" y="100185"/>
                  <a:pt x="112005" y="100099"/>
                </a:quadBezTo>
                <a:lnTo>
                  <a:pt x="7230" y="100099"/>
                </a:lnTo>
                <a:quadBezTo>
                  <a:pt x="4235" y="100185"/>
                  <a:pt x="2179" y="98006"/>
                </a:quadBezTo>
                <a:quadBezTo>
                  <a:pt x="0" y="95950"/>
                  <a:pt x="86" y="92955"/>
                </a:quadBezTo>
                <a:lnTo>
                  <a:pt x="86" y="7230"/>
                </a:ln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lnTo>
                  <a:pt x="112005" y="86"/>
                </a:lnTo>
                <a:close/>
                <a:moveTo>
                  <a:pt x="14374" y="14374"/>
                </a:moveTo>
                <a:lnTo>
                  <a:pt x="14374" y="85811"/>
                </a:lnTo>
                <a:lnTo>
                  <a:pt x="104861" y="85811"/>
                </a:lnTo>
                <a:lnTo>
                  <a:pt x="104861" y="14374"/>
                </a:lnTo>
                <a:lnTo>
                  <a:pt x="14374" y="14374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Path"/>
          <p:cNvSpPr/>
          <p:nvPr/>
        </p:nvSpPr>
        <p:spPr>
          <a:xfrm>
            <a:off x="-92955" y="2012070"/>
            <a:ext cx="119235" cy="62085"/>
          </a:xfrm>
          <a:custGeom>
            <a:avLst/>
            <a:gdLst/>
            <a:ahLst/>
            <a:cxnLst/>
            <a:rect l="0" t="0" r="r" b="b"/>
            <a:pathLst>
              <a:path w="119235" h="62085">
                <a:moveTo>
                  <a:pt x="47711" y="7230"/>
                </a:moveTo>
                <a:lnTo>
                  <a:pt x="47711" y="45330"/>
                </a:lnTo>
                <a:quadBezTo>
                  <a:pt x="47748" y="46606"/>
                  <a:pt x="47374" y="47711"/>
                </a:quadBezTo>
                <a:lnTo>
                  <a:pt x="71861" y="47711"/>
                </a:lnTo>
                <a:quadBezTo>
                  <a:pt x="71487" y="46606"/>
                  <a:pt x="71524" y="45330"/>
                </a:quadBezTo>
                <a:lnTo>
                  <a:pt x="71524" y="7230"/>
                </a:lnTo>
                <a:quadBezTo>
                  <a:pt x="71437" y="4235"/>
                  <a:pt x="73616" y="2179"/>
                </a:quadBezTo>
                <a:quadBezTo>
                  <a:pt x="75673" y="0"/>
                  <a:pt x="78667" y="86"/>
                </a:quadBezTo>
                <a:quadBezTo>
                  <a:pt x="81662" y="0"/>
                  <a:pt x="83719" y="2179"/>
                </a:quadBezTo>
                <a:quadBezTo>
                  <a:pt x="85897" y="4235"/>
                  <a:pt x="85811" y="7230"/>
                </a:quadBezTo>
                <a:lnTo>
                  <a:pt x="85811" y="45330"/>
                </a:lnTo>
                <a:quadBezTo>
                  <a:pt x="85848" y="46606"/>
                  <a:pt x="85474" y="47711"/>
                </a:quadBezTo>
                <a:lnTo>
                  <a:pt x="112005" y="47711"/>
                </a:lnTo>
                <a:quadBezTo>
                  <a:pt x="115000" y="47625"/>
                  <a:pt x="117056" y="49804"/>
                </a:quadBezTo>
                <a:quadBezTo>
                  <a:pt x="119235" y="51860"/>
                  <a:pt x="119149" y="54855"/>
                </a:quadBezTo>
                <a:quadBezTo>
                  <a:pt x="119235" y="57850"/>
                  <a:pt x="117056" y="59906"/>
                </a:quadBezTo>
                <a:quadBezTo>
                  <a:pt x="115000" y="62085"/>
                  <a:pt x="112005" y="61999"/>
                </a:quadBezTo>
                <a:lnTo>
                  <a:pt x="7230" y="61999"/>
                </a:lnTo>
                <a:quadBezTo>
                  <a:pt x="4235" y="62085"/>
                  <a:pt x="2179" y="59906"/>
                </a:quadBezTo>
                <a:quadBezTo>
                  <a:pt x="0" y="57850"/>
                  <a:pt x="86" y="54855"/>
                </a:quadBezTo>
                <a:quadBezTo>
                  <a:pt x="0" y="51860"/>
                  <a:pt x="2179" y="49804"/>
                </a:quadBezTo>
                <a:quadBezTo>
                  <a:pt x="4235" y="47625"/>
                  <a:pt x="7230" y="47711"/>
                </a:quadBezTo>
                <a:lnTo>
                  <a:pt x="33761" y="47711"/>
                </a:lnTo>
                <a:quadBezTo>
                  <a:pt x="33387" y="46606"/>
                  <a:pt x="33424" y="45330"/>
                </a:quadBezTo>
                <a:lnTo>
                  <a:pt x="33424" y="7230"/>
                </a:lnTo>
                <a:quadBezTo>
                  <a:pt x="33338" y="4235"/>
                  <a:pt x="35516" y="2179"/>
                </a:quadBezTo>
                <a:quadBezTo>
                  <a:pt x="37573" y="0"/>
                  <a:pt x="40567" y="86"/>
                </a:quadBezTo>
                <a:quadBezTo>
                  <a:pt x="43562" y="0"/>
                  <a:pt x="45619" y="2179"/>
                </a:quadBezTo>
                <a:quadBezTo>
                  <a:pt x="47797" y="4235"/>
                  <a:pt x="47711" y="7230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"/>
          <p:cNvSpPr/>
          <p:nvPr/>
        </p:nvSpPr>
        <p:spPr>
          <a:xfrm>
            <a:off x="19050" y="1847850"/>
            <a:ext cx="9525" cy="381000"/>
          </a:xfrm>
          <a:prstGeom prst="roundRect">
            <a:avLst>
              <a:gd name="adj" fmla="val 50000"/>
            </a:avLst>
          </a:pr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Path"/>
          <p:cNvSpPr/>
          <p:nvPr/>
        </p:nvSpPr>
        <p:spPr>
          <a:xfrm>
            <a:off x="-312030" y="1993020"/>
            <a:ext cx="100185" cy="100185"/>
          </a:xfrm>
          <a:custGeom>
            <a:avLst/>
            <a:gdLst/>
            <a:ahLst/>
            <a:cxnLst/>
            <a:rect l="0" t="0" r="r" b="b"/>
            <a:pathLst>
              <a:path w="100185" h="100185">
                <a:moveTo>
                  <a:pt x="57236" y="7230"/>
                </a:moveTo>
                <a:lnTo>
                  <a:pt x="57236" y="42949"/>
                </a:lnTo>
                <a:lnTo>
                  <a:pt x="92955" y="42949"/>
                </a:lnTo>
                <a:quadBezTo>
                  <a:pt x="95950" y="42863"/>
                  <a:pt x="98006" y="45041"/>
                </a:quadBezTo>
                <a:quadBezTo>
                  <a:pt x="100185" y="47098"/>
                  <a:pt x="100099" y="50092"/>
                </a:quadBezTo>
                <a:quadBezTo>
                  <a:pt x="100185" y="53087"/>
                  <a:pt x="98006" y="55144"/>
                </a:quadBezTo>
                <a:quadBezTo>
                  <a:pt x="95950" y="57322"/>
                  <a:pt x="92955" y="57236"/>
                </a:quadBezTo>
                <a:lnTo>
                  <a:pt x="57236" y="57236"/>
                </a:lnTo>
                <a:lnTo>
                  <a:pt x="57236" y="92955"/>
                </a:lnTo>
                <a:quadBezTo>
                  <a:pt x="57322" y="95950"/>
                  <a:pt x="55144" y="98006"/>
                </a:quadBezTo>
                <a:quadBezTo>
                  <a:pt x="53087" y="100185"/>
                  <a:pt x="50092" y="100099"/>
                </a:quadBezTo>
                <a:quadBezTo>
                  <a:pt x="47098" y="100185"/>
                  <a:pt x="45041" y="98006"/>
                </a:quadBezTo>
                <a:quadBezTo>
                  <a:pt x="42863" y="95950"/>
                  <a:pt x="42949" y="92955"/>
                </a:quadBezTo>
                <a:lnTo>
                  <a:pt x="42949" y="57236"/>
                </a:lnTo>
                <a:lnTo>
                  <a:pt x="7230" y="57236"/>
                </a:lnTo>
                <a:quadBezTo>
                  <a:pt x="4235" y="57322"/>
                  <a:pt x="2179" y="55144"/>
                </a:quadBezTo>
                <a:quadBezTo>
                  <a:pt x="0" y="53087"/>
                  <a:pt x="86" y="50092"/>
                </a:quadBezTo>
                <a:quadBezTo>
                  <a:pt x="0" y="47098"/>
                  <a:pt x="2179" y="45041"/>
                </a:quadBezTo>
                <a:quadBezTo>
                  <a:pt x="4235" y="42863"/>
                  <a:pt x="7230" y="42949"/>
                </a:quadBezTo>
                <a:lnTo>
                  <a:pt x="42949" y="42949"/>
                </a:lnTo>
                <a:lnTo>
                  <a:pt x="42949" y="7230"/>
                </a:lnTo>
                <a:quadBezTo>
                  <a:pt x="42863" y="4235"/>
                  <a:pt x="45041" y="2179"/>
                </a:quadBezTo>
                <a:quadBezTo>
                  <a:pt x="47098" y="0"/>
                  <a:pt x="50092" y="86"/>
                </a:quadBezTo>
                <a:quadBezTo>
                  <a:pt x="53087" y="0"/>
                  <a:pt x="55144" y="2179"/>
                </a:quadBezTo>
                <a:quadBezTo>
                  <a:pt x="57322" y="4235"/>
                  <a:pt x="57236" y="72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-123825" y="196215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新建笔记</a:t>
            </a:r>
          </a:p>
        </p:txBody>
      </p:sp>
      <p:sp>
        <p:nvSpPr>
          <p:cNvPr id="35" name="Rectangle"/>
          <p:cNvSpPr/>
          <p:nvPr/>
        </p:nvSpPr>
        <p:spPr>
          <a:xfrm>
            <a:off x="19050" y="1847850"/>
            <a:ext cx="7239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266700" y="1971675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模板</a:t>
            </a:r>
          </a:p>
        </p:txBody>
      </p:sp>
      <p:sp>
        <p:nvSpPr>
          <p:cNvPr id="37" name="Rectangle"/>
          <p:cNvSpPr/>
          <p:nvPr/>
        </p:nvSpPr>
        <p:spPr>
          <a:xfrm>
            <a:off x="23813" y="1852613"/>
            <a:ext cx="7143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790575" y="1962150"/>
            <a:ext cx="8667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需要处理的版本</a:t>
            </a:r>
          </a:p>
        </p:txBody>
      </p:sp>
      <p:sp>
        <p:nvSpPr>
          <p:cNvPr id="39" name="Rectangle"/>
          <p:cNvSpPr/>
          <p:nvPr/>
        </p:nvSpPr>
        <p:spPr>
          <a:xfrm>
            <a:off x="2085975" y="1943100"/>
            <a:ext cx="200025" cy="19050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2152650" y="1981200"/>
            <a:ext cx="63913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41" name="Rectangle"/>
          <p:cNvSpPr/>
          <p:nvPr/>
        </p:nvSpPr>
        <p:spPr>
          <a:xfrm>
            <a:off x="95250" y="2209800"/>
            <a:ext cx="2286000" cy="1104900"/>
          </a:xfrm>
          <a:prstGeom prst="roundRect">
            <a:avLst>
              <a:gd name="adj" fmla="val 5172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Ellipse"/>
          <p:cNvSpPr/>
          <p:nvPr/>
        </p:nvSpPr>
        <p:spPr>
          <a:xfrm>
            <a:off x="209550" y="2343150"/>
            <a:ext cx="119063" cy="119063"/>
          </a:xfrm>
          <a:prstGeom prst="ellipse">
            <a:avLst/>
          </a:prstGeom>
          <a:noFill/>
          <a:ln w="14288">
            <a:solidFill>
              <a:srgbClr val="6B6A6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3" name="Ellipse"/>
          <p:cNvSpPr/>
          <p:nvPr/>
        </p:nvSpPr>
        <p:spPr>
          <a:xfrm>
            <a:off x="323850" y="2381250"/>
            <a:ext cx="38100" cy="38100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"/>
          <p:cNvSpPr txBox="1"/>
          <p:nvPr/>
        </p:nvSpPr>
        <p:spPr>
          <a:xfrm>
            <a:off x="428625" y="2333625"/>
            <a:ext cx="5715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同步已关闭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209550" y="2543175"/>
            <a:ext cx="19907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改动已经存在本机。要同步，先去设置里打开。</a:t>
            </a:r>
          </a:p>
        </p:txBody>
      </p:sp>
      <p:sp>
        <p:nvSpPr>
          <p:cNvPr id="46" name="Rectangle"/>
          <p:cNvSpPr/>
          <p:nvPr/>
        </p:nvSpPr>
        <p:spPr>
          <a:xfrm>
            <a:off x="209550" y="2933700"/>
            <a:ext cx="5715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323850" y="3000375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24469A"/>
                </a:solidFill>
                <a:latin typeface="Inter Bold"/>
                <a:ea typeface="Inter Bold"/>
                <a:cs typeface="Inter Bold"/>
              </a:rPr>
              <a:t>去设置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190500" y="3543300"/>
            <a:ext cx="32956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 spc="60">
                <a:solidFill>
                  <a:srgbClr val="6B6A62"/>
                </a:solidFill>
                <a:latin typeface="Inter Bold"/>
                <a:ea typeface="Inter Bold"/>
                <a:cs typeface="Inter Bold"/>
              </a:rPr>
              <a:t>文件夹</a:t>
            </a:r>
          </a:p>
        </p:txBody>
      </p:sp>
      <p:sp>
        <p:nvSpPr>
          <p:cNvPr id="49" name="Path"/>
          <p:cNvSpPr/>
          <p:nvPr/>
        </p:nvSpPr>
        <p:spPr>
          <a:xfrm>
            <a:off x="2126456" y="3545674"/>
            <a:ext cx="130969" cy="111926"/>
          </a:xfrm>
          <a:custGeom>
            <a:avLst/>
            <a:gdLst/>
            <a:ahLst/>
            <a:cxnLst/>
            <a:rect l="0" t="0" r="r" b="b"/>
            <a:pathLst>
              <a:path w="130969" h="111926">
                <a:moveTo>
                  <a:pt x="19050" y="8"/>
                </a:moveTo>
                <a:lnTo>
                  <a:pt x="42863" y="8"/>
                </a:lnTo>
                <a:quadBezTo>
                  <a:pt x="44428" y="0"/>
                  <a:pt x="45848" y="661"/>
                </a:quadBezTo>
                <a:quadBezTo>
                  <a:pt x="47273" y="1309"/>
                  <a:pt x="48286" y="2502"/>
                </a:quadBezTo>
                <a:lnTo>
                  <a:pt x="60436" y="16676"/>
                </a:lnTo>
                <a:lnTo>
                  <a:pt x="111919" y="16676"/>
                </a:lnTo>
                <a:quadBezTo>
                  <a:pt x="119807" y="16676"/>
                  <a:pt x="125388" y="22257"/>
                </a:quadBezTo>
                <a:quadBezTo>
                  <a:pt x="130969" y="27838"/>
                  <a:pt x="130969" y="35726"/>
                </a:quadBezTo>
                <a:lnTo>
                  <a:pt x="130969" y="92876"/>
                </a:lnTo>
                <a:quadBezTo>
                  <a:pt x="130969" y="100765"/>
                  <a:pt x="125388" y="106346"/>
                </a:quadBezTo>
                <a:quadBezTo>
                  <a:pt x="119807" y="111926"/>
                  <a:pt x="111919" y="111926"/>
                </a:quadBezTo>
                <a:lnTo>
                  <a:pt x="19050" y="111926"/>
                </a:lnTo>
                <a:quadBezTo>
                  <a:pt x="11162" y="111926"/>
                  <a:pt x="5581" y="106346"/>
                </a:quadBezTo>
                <a:quadBezTo>
                  <a:pt x="0" y="100765"/>
                  <a:pt x="0" y="92876"/>
                </a:quadBezTo>
                <a:lnTo>
                  <a:pt x="0" y="19058"/>
                </a:lnTo>
                <a:quadBezTo>
                  <a:pt x="0" y="11170"/>
                  <a:pt x="5581" y="5589"/>
                </a:quadBezTo>
                <a:quadBezTo>
                  <a:pt x="11162" y="8"/>
                  <a:pt x="19050" y="8"/>
                </a:quadBezTo>
                <a:close/>
                <a:moveTo>
                  <a:pt x="19050" y="14295"/>
                </a:moveTo>
                <a:quadBezTo>
                  <a:pt x="17080" y="14295"/>
                  <a:pt x="15684" y="15691"/>
                </a:quadBezTo>
                <a:quadBezTo>
                  <a:pt x="14288" y="17088"/>
                  <a:pt x="14288" y="19058"/>
                </a:quadBezTo>
                <a:lnTo>
                  <a:pt x="14288" y="92876"/>
                </a:lnTo>
                <a:quadBezTo>
                  <a:pt x="14288" y="94847"/>
                  <a:pt x="15684" y="96243"/>
                </a:quadBezTo>
                <a:quadBezTo>
                  <a:pt x="17080" y="97639"/>
                  <a:pt x="19050" y="97639"/>
                </a:quadBezTo>
                <a:lnTo>
                  <a:pt x="111919" y="97639"/>
                </a:lnTo>
                <a:quadBezTo>
                  <a:pt x="113889" y="97639"/>
                  <a:pt x="115285" y="96243"/>
                </a:quadBezTo>
                <a:quadBezTo>
                  <a:pt x="116681" y="94847"/>
                  <a:pt x="116681" y="92876"/>
                </a:quadBezTo>
                <a:lnTo>
                  <a:pt x="116681" y="35726"/>
                </a:lnTo>
                <a:quadBezTo>
                  <a:pt x="116681" y="33756"/>
                  <a:pt x="115285" y="32360"/>
                </a:quadBezTo>
                <a:quadBezTo>
                  <a:pt x="113889" y="30964"/>
                  <a:pt x="111919" y="30964"/>
                </a:quadBezTo>
                <a:lnTo>
                  <a:pt x="57150" y="30964"/>
                </a:lnTo>
                <a:quadBezTo>
                  <a:pt x="55584" y="30972"/>
                  <a:pt x="54165" y="30310"/>
                </a:quadBezTo>
                <a:quadBezTo>
                  <a:pt x="52739" y="29663"/>
                  <a:pt x="51726" y="28469"/>
                </a:quadBezTo>
                <a:lnTo>
                  <a:pt x="39577" y="14295"/>
                </a:lnTo>
                <a:lnTo>
                  <a:pt x="19050" y="14295"/>
                </a:ln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Path"/>
          <p:cNvSpPr/>
          <p:nvPr/>
        </p:nvSpPr>
        <p:spPr>
          <a:xfrm>
            <a:off x="2240670" y="3574170"/>
            <a:ext cx="52560" cy="52560"/>
          </a:xfrm>
          <a:custGeom>
            <a:avLst/>
            <a:gdLst/>
            <a:ahLst/>
            <a:cxnLst/>
            <a:rect l="0" t="0" r="r" b="b"/>
            <a:pathLst>
              <a:path w="52560" h="52560">
                <a:moveTo>
                  <a:pt x="33424" y="7230"/>
                </a:moveTo>
                <a:lnTo>
                  <a:pt x="33424" y="19136"/>
                </a:lnTo>
                <a:lnTo>
                  <a:pt x="45330" y="19136"/>
                </a:lnTo>
                <a:quadBezTo>
                  <a:pt x="48325" y="19050"/>
                  <a:pt x="50381" y="21229"/>
                </a:quadBezTo>
                <a:quadBezTo>
                  <a:pt x="52560" y="23285"/>
                  <a:pt x="52474" y="26280"/>
                </a:quadBezTo>
                <a:quadBezTo>
                  <a:pt x="52560" y="29275"/>
                  <a:pt x="50381" y="31331"/>
                </a:quadBezTo>
                <a:quadBezTo>
                  <a:pt x="48325" y="33510"/>
                  <a:pt x="45330" y="33424"/>
                </a:quadBezTo>
                <a:lnTo>
                  <a:pt x="33424" y="33424"/>
                </a:lnTo>
                <a:lnTo>
                  <a:pt x="33424" y="45330"/>
                </a:lnTo>
                <a:quadBezTo>
                  <a:pt x="33510" y="48325"/>
                  <a:pt x="31331" y="50381"/>
                </a:quadBezTo>
                <a:quadBezTo>
                  <a:pt x="29275" y="52560"/>
                  <a:pt x="26280" y="52474"/>
                </a:quadBezTo>
                <a:quadBezTo>
                  <a:pt x="23285" y="52560"/>
                  <a:pt x="21229" y="50381"/>
                </a:quadBezTo>
                <a:quadBezTo>
                  <a:pt x="19050" y="48325"/>
                  <a:pt x="19136" y="45330"/>
                </a:quadBezTo>
                <a:lnTo>
                  <a:pt x="19136" y="33424"/>
                </a:lnTo>
                <a:lnTo>
                  <a:pt x="7230" y="33424"/>
                </a:lnTo>
                <a:quadBezTo>
                  <a:pt x="4235" y="33510"/>
                  <a:pt x="2179" y="31331"/>
                </a:quadBezTo>
                <a:quadBezTo>
                  <a:pt x="0" y="29275"/>
                  <a:pt x="86" y="26280"/>
                </a:quadBezTo>
                <a:quadBezTo>
                  <a:pt x="0" y="23285"/>
                  <a:pt x="2179" y="21229"/>
                </a:quadBezTo>
                <a:quadBezTo>
                  <a:pt x="4235" y="19050"/>
                  <a:pt x="7230" y="19136"/>
                </a:quadBezTo>
                <a:lnTo>
                  <a:pt x="19136" y="19136"/>
                </a:lnTo>
                <a:lnTo>
                  <a:pt x="19136" y="7230"/>
                </a:lnTo>
                <a:quadBezTo>
                  <a:pt x="19050" y="4235"/>
                  <a:pt x="21229" y="2179"/>
                </a:quadBezTo>
                <a:quadBezTo>
                  <a:pt x="23285" y="0"/>
                  <a:pt x="26280" y="86"/>
                </a:quadBezTo>
                <a:quadBezTo>
                  <a:pt x="29275" y="0"/>
                  <a:pt x="31331" y="2179"/>
                </a:quadBezTo>
                <a:quadBezTo>
                  <a:pt x="33510" y="4235"/>
                  <a:pt x="33424" y="7230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"/>
          <p:cNvSpPr/>
          <p:nvPr/>
        </p:nvSpPr>
        <p:spPr>
          <a:xfrm>
            <a:off x="95250" y="373380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F6F5F2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Path"/>
          <p:cNvSpPr/>
          <p:nvPr/>
        </p:nvSpPr>
        <p:spPr>
          <a:xfrm>
            <a:off x="211931" y="3840949"/>
            <a:ext cx="130969" cy="111926"/>
          </a:xfrm>
          <a:custGeom>
            <a:avLst/>
            <a:gdLst/>
            <a:ahLst/>
            <a:cxnLst/>
            <a:rect l="0" t="0" r="r" b="b"/>
            <a:pathLst>
              <a:path w="130969" h="111926">
                <a:moveTo>
                  <a:pt x="19050" y="8"/>
                </a:moveTo>
                <a:lnTo>
                  <a:pt x="42863" y="8"/>
                </a:lnTo>
                <a:quadBezTo>
                  <a:pt x="44428" y="0"/>
                  <a:pt x="45848" y="661"/>
                </a:quadBezTo>
                <a:quadBezTo>
                  <a:pt x="47273" y="1309"/>
                  <a:pt x="48286" y="2502"/>
                </a:quadBezTo>
                <a:lnTo>
                  <a:pt x="60436" y="16676"/>
                </a:lnTo>
                <a:lnTo>
                  <a:pt x="111919" y="16676"/>
                </a:lnTo>
                <a:quadBezTo>
                  <a:pt x="119807" y="16676"/>
                  <a:pt x="125388" y="22257"/>
                </a:quadBezTo>
                <a:quadBezTo>
                  <a:pt x="130969" y="27838"/>
                  <a:pt x="130969" y="35726"/>
                </a:quadBezTo>
                <a:lnTo>
                  <a:pt x="130969" y="92876"/>
                </a:lnTo>
                <a:quadBezTo>
                  <a:pt x="130969" y="100765"/>
                  <a:pt x="125388" y="106346"/>
                </a:quadBezTo>
                <a:quadBezTo>
                  <a:pt x="119807" y="111926"/>
                  <a:pt x="111919" y="111926"/>
                </a:quadBezTo>
                <a:lnTo>
                  <a:pt x="19050" y="111926"/>
                </a:lnTo>
                <a:quadBezTo>
                  <a:pt x="11162" y="111926"/>
                  <a:pt x="5581" y="106346"/>
                </a:quadBezTo>
                <a:quadBezTo>
                  <a:pt x="0" y="100765"/>
                  <a:pt x="0" y="92876"/>
                </a:quadBezTo>
                <a:lnTo>
                  <a:pt x="0" y="19058"/>
                </a:lnTo>
                <a:quadBezTo>
                  <a:pt x="0" y="11170"/>
                  <a:pt x="5581" y="5589"/>
                </a:quadBezTo>
                <a:quadBezTo>
                  <a:pt x="11162" y="8"/>
                  <a:pt x="19050" y="8"/>
                </a:quadBezTo>
                <a:close/>
                <a:moveTo>
                  <a:pt x="19050" y="14295"/>
                </a:moveTo>
                <a:quadBezTo>
                  <a:pt x="17080" y="14295"/>
                  <a:pt x="15684" y="15691"/>
                </a:quadBezTo>
                <a:quadBezTo>
                  <a:pt x="14288" y="17088"/>
                  <a:pt x="14288" y="19058"/>
                </a:quadBezTo>
                <a:lnTo>
                  <a:pt x="14288" y="92876"/>
                </a:lnTo>
                <a:quadBezTo>
                  <a:pt x="14288" y="94847"/>
                  <a:pt x="15684" y="96243"/>
                </a:quadBezTo>
                <a:quadBezTo>
                  <a:pt x="17080" y="97639"/>
                  <a:pt x="19050" y="97639"/>
                </a:quadBezTo>
                <a:lnTo>
                  <a:pt x="111919" y="97639"/>
                </a:lnTo>
                <a:quadBezTo>
                  <a:pt x="113889" y="97639"/>
                  <a:pt x="115285" y="96243"/>
                </a:quadBezTo>
                <a:quadBezTo>
                  <a:pt x="116681" y="94847"/>
                  <a:pt x="116681" y="92876"/>
                </a:quadBezTo>
                <a:lnTo>
                  <a:pt x="116681" y="35726"/>
                </a:lnTo>
                <a:quadBezTo>
                  <a:pt x="116681" y="33756"/>
                  <a:pt x="115285" y="32360"/>
                </a:quadBezTo>
                <a:quadBezTo>
                  <a:pt x="113889" y="30964"/>
                  <a:pt x="111919" y="30964"/>
                </a:quadBezTo>
                <a:lnTo>
                  <a:pt x="57150" y="30964"/>
                </a:lnTo>
                <a:quadBezTo>
                  <a:pt x="55584" y="30972"/>
                  <a:pt x="54165" y="30310"/>
                </a:quadBezTo>
                <a:quadBezTo>
                  <a:pt x="52739" y="29663"/>
                  <a:pt x="51726" y="28469"/>
                </a:quadBezTo>
                <a:lnTo>
                  <a:pt x="39577" y="14295"/>
                </a:lnTo>
                <a:lnTo>
                  <a:pt x="19050" y="14295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Box"/>
          <p:cNvSpPr txBox="1"/>
          <p:nvPr/>
        </p:nvSpPr>
        <p:spPr>
          <a:xfrm>
            <a:off x="1066800" y="3819525"/>
            <a:ext cx="3714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默认本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2143125" y="3829050"/>
            <a:ext cx="14175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96</a:t>
            </a:r>
          </a:p>
        </p:txBody>
      </p:sp>
      <p:sp>
        <p:nvSpPr>
          <p:cNvPr id="55" name="Rectangle"/>
          <p:cNvSpPr/>
          <p:nvPr/>
        </p:nvSpPr>
        <p:spPr>
          <a:xfrm>
            <a:off x="95250" y="407670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Path"/>
          <p:cNvSpPr/>
          <p:nvPr/>
        </p:nvSpPr>
        <p:spPr>
          <a:xfrm>
            <a:off x="211931" y="4183849"/>
            <a:ext cx="130969" cy="111926"/>
          </a:xfrm>
          <a:custGeom>
            <a:avLst/>
            <a:gdLst/>
            <a:ahLst/>
            <a:cxnLst/>
            <a:rect l="0" t="0" r="r" b="b"/>
            <a:pathLst>
              <a:path w="130969" h="111926">
                <a:moveTo>
                  <a:pt x="19050" y="8"/>
                </a:moveTo>
                <a:lnTo>
                  <a:pt x="42863" y="8"/>
                </a:lnTo>
                <a:quadBezTo>
                  <a:pt x="44428" y="0"/>
                  <a:pt x="45848" y="661"/>
                </a:quadBezTo>
                <a:quadBezTo>
                  <a:pt x="47273" y="1309"/>
                  <a:pt x="48286" y="2502"/>
                </a:quadBezTo>
                <a:lnTo>
                  <a:pt x="60436" y="16676"/>
                </a:lnTo>
                <a:lnTo>
                  <a:pt x="111919" y="16676"/>
                </a:lnTo>
                <a:quadBezTo>
                  <a:pt x="119807" y="16676"/>
                  <a:pt x="125388" y="22257"/>
                </a:quadBezTo>
                <a:quadBezTo>
                  <a:pt x="130969" y="27838"/>
                  <a:pt x="130969" y="35726"/>
                </a:quadBezTo>
                <a:lnTo>
                  <a:pt x="130969" y="92876"/>
                </a:lnTo>
                <a:quadBezTo>
                  <a:pt x="130969" y="100765"/>
                  <a:pt x="125388" y="106346"/>
                </a:quadBezTo>
                <a:quadBezTo>
                  <a:pt x="119807" y="111926"/>
                  <a:pt x="111919" y="111926"/>
                </a:quadBezTo>
                <a:lnTo>
                  <a:pt x="19050" y="111926"/>
                </a:lnTo>
                <a:quadBezTo>
                  <a:pt x="11162" y="111926"/>
                  <a:pt x="5581" y="106346"/>
                </a:quadBezTo>
                <a:quadBezTo>
                  <a:pt x="0" y="100765"/>
                  <a:pt x="0" y="92876"/>
                </a:quadBezTo>
                <a:lnTo>
                  <a:pt x="0" y="19058"/>
                </a:lnTo>
                <a:quadBezTo>
                  <a:pt x="0" y="11170"/>
                  <a:pt x="5581" y="5589"/>
                </a:quadBezTo>
                <a:quadBezTo>
                  <a:pt x="11162" y="8"/>
                  <a:pt x="19050" y="8"/>
                </a:quadBezTo>
                <a:close/>
                <a:moveTo>
                  <a:pt x="19050" y="14295"/>
                </a:moveTo>
                <a:quadBezTo>
                  <a:pt x="17080" y="14295"/>
                  <a:pt x="15684" y="15691"/>
                </a:quadBezTo>
                <a:quadBezTo>
                  <a:pt x="14288" y="17088"/>
                  <a:pt x="14288" y="19058"/>
                </a:quadBezTo>
                <a:lnTo>
                  <a:pt x="14288" y="92876"/>
                </a:lnTo>
                <a:quadBezTo>
                  <a:pt x="14288" y="94847"/>
                  <a:pt x="15684" y="96243"/>
                </a:quadBezTo>
                <a:quadBezTo>
                  <a:pt x="17080" y="97639"/>
                  <a:pt x="19050" y="97639"/>
                </a:quadBezTo>
                <a:lnTo>
                  <a:pt x="111919" y="97639"/>
                </a:lnTo>
                <a:quadBezTo>
                  <a:pt x="113889" y="97639"/>
                  <a:pt x="115285" y="96243"/>
                </a:quadBezTo>
                <a:quadBezTo>
                  <a:pt x="116681" y="94847"/>
                  <a:pt x="116681" y="92876"/>
                </a:quadBezTo>
                <a:lnTo>
                  <a:pt x="116681" y="35726"/>
                </a:lnTo>
                <a:quadBezTo>
                  <a:pt x="116681" y="33756"/>
                  <a:pt x="115285" y="32360"/>
                </a:quadBezTo>
                <a:quadBezTo>
                  <a:pt x="113889" y="30964"/>
                  <a:pt x="111919" y="30964"/>
                </a:quadBezTo>
                <a:lnTo>
                  <a:pt x="57150" y="30964"/>
                </a:lnTo>
                <a:quadBezTo>
                  <a:pt x="55584" y="30972"/>
                  <a:pt x="54165" y="30310"/>
                </a:quadBezTo>
                <a:quadBezTo>
                  <a:pt x="52739" y="29663"/>
                  <a:pt x="51726" y="28469"/>
                </a:quadBezTo>
                <a:lnTo>
                  <a:pt x="39577" y="14295"/>
                </a:lnTo>
                <a:lnTo>
                  <a:pt x="19050" y="14295"/>
                </a:lnTo>
                <a:close/>
              </a:path>
            </a:pathLst>
          </a:cu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"/>
          <p:cNvSpPr txBox="1"/>
          <p:nvPr/>
        </p:nvSpPr>
        <p:spPr>
          <a:xfrm>
            <a:off x="1828800" y="4162425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会议记录</a:t>
            </a:r>
          </a:p>
        </p:txBody>
      </p:sp>
      <p:sp>
        <p:nvSpPr>
          <p:cNvPr id="58" name="Rectangle"/>
          <p:cNvSpPr/>
          <p:nvPr/>
        </p:nvSpPr>
        <p:spPr>
          <a:xfrm>
            <a:off x="95250" y="441960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F6F5F2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Path"/>
          <p:cNvSpPr/>
          <p:nvPr/>
        </p:nvSpPr>
        <p:spPr>
          <a:xfrm>
            <a:off x="211931" y="4526749"/>
            <a:ext cx="130969" cy="111926"/>
          </a:xfrm>
          <a:custGeom>
            <a:avLst/>
            <a:gdLst/>
            <a:ahLst/>
            <a:cxnLst/>
            <a:rect l="0" t="0" r="r" b="b"/>
            <a:pathLst>
              <a:path w="130969" h="111926">
                <a:moveTo>
                  <a:pt x="19050" y="8"/>
                </a:moveTo>
                <a:lnTo>
                  <a:pt x="42863" y="8"/>
                </a:lnTo>
                <a:quadBezTo>
                  <a:pt x="44428" y="0"/>
                  <a:pt x="45848" y="661"/>
                </a:quadBezTo>
                <a:quadBezTo>
                  <a:pt x="47273" y="1309"/>
                  <a:pt x="48286" y="2502"/>
                </a:quadBezTo>
                <a:lnTo>
                  <a:pt x="60436" y="16676"/>
                </a:lnTo>
                <a:lnTo>
                  <a:pt x="111919" y="16676"/>
                </a:lnTo>
                <a:quadBezTo>
                  <a:pt x="119807" y="16676"/>
                  <a:pt x="125388" y="22257"/>
                </a:quadBezTo>
                <a:quadBezTo>
                  <a:pt x="130969" y="27838"/>
                  <a:pt x="130969" y="35726"/>
                </a:quadBezTo>
                <a:lnTo>
                  <a:pt x="130969" y="92876"/>
                </a:lnTo>
                <a:quadBezTo>
                  <a:pt x="130969" y="100765"/>
                  <a:pt x="125388" y="106346"/>
                </a:quadBezTo>
                <a:quadBezTo>
                  <a:pt x="119807" y="111926"/>
                  <a:pt x="111919" y="111926"/>
                </a:quadBezTo>
                <a:lnTo>
                  <a:pt x="19050" y="111926"/>
                </a:lnTo>
                <a:quadBezTo>
                  <a:pt x="11162" y="111926"/>
                  <a:pt x="5581" y="106346"/>
                </a:quadBezTo>
                <a:quadBezTo>
                  <a:pt x="0" y="100765"/>
                  <a:pt x="0" y="92876"/>
                </a:quadBezTo>
                <a:lnTo>
                  <a:pt x="0" y="19058"/>
                </a:lnTo>
                <a:quadBezTo>
                  <a:pt x="0" y="11170"/>
                  <a:pt x="5581" y="5589"/>
                </a:quadBezTo>
                <a:quadBezTo>
                  <a:pt x="11162" y="8"/>
                  <a:pt x="19050" y="8"/>
                </a:quadBezTo>
                <a:close/>
                <a:moveTo>
                  <a:pt x="19050" y="14295"/>
                </a:moveTo>
                <a:quadBezTo>
                  <a:pt x="17080" y="14295"/>
                  <a:pt x="15684" y="15691"/>
                </a:quadBezTo>
                <a:quadBezTo>
                  <a:pt x="14288" y="17088"/>
                  <a:pt x="14288" y="19058"/>
                </a:quadBezTo>
                <a:lnTo>
                  <a:pt x="14288" y="92876"/>
                </a:lnTo>
                <a:quadBezTo>
                  <a:pt x="14288" y="94847"/>
                  <a:pt x="15684" y="96243"/>
                </a:quadBezTo>
                <a:quadBezTo>
                  <a:pt x="17080" y="97639"/>
                  <a:pt x="19050" y="97639"/>
                </a:quadBezTo>
                <a:lnTo>
                  <a:pt x="111919" y="97639"/>
                </a:lnTo>
                <a:quadBezTo>
                  <a:pt x="113889" y="97639"/>
                  <a:pt x="115285" y="96243"/>
                </a:quadBezTo>
                <a:quadBezTo>
                  <a:pt x="116681" y="94847"/>
                  <a:pt x="116681" y="92876"/>
                </a:quadBezTo>
                <a:lnTo>
                  <a:pt x="116681" y="35726"/>
                </a:lnTo>
                <a:quadBezTo>
                  <a:pt x="116681" y="33756"/>
                  <a:pt x="115285" y="32360"/>
                </a:quadBezTo>
                <a:quadBezTo>
                  <a:pt x="113889" y="30964"/>
                  <a:pt x="111919" y="30964"/>
                </a:quadBezTo>
                <a:lnTo>
                  <a:pt x="57150" y="30964"/>
                </a:lnTo>
                <a:quadBezTo>
                  <a:pt x="55584" y="30972"/>
                  <a:pt x="54165" y="30310"/>
                </a:quadBezTo>
                <a:quadBezTo>
                  <a:pt x="52739" y="29663"/>
                  <a:pt x="51726" y="28469"/>
                </a:quadBezTo>
                <a:lnTo>
                  <a:pt x="39577" y="14295"/>
                </a:lnTo>
                <a:lnTo>
                  <a:pt x="19050" y="14295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"/>
          <p:cNvSpPr txBox="1"/>
          <p:nvPr/>
        </p:nvSpPr>
        <p:spPr>
          <a:xfrm>
            <a:off x="962025" y="4505325"/>
            <a:ext cx="6095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项目 / 归档</a:t>
            </a:r>
          </a:p>
        </p:txBody>
      </p:sp>
      <p:sp>
        <p:nvSpPr>
          <p:cNvPr id="61" name="TextBox"/>
          <p:cNvSpPr txBox="1"/>
          <p:nvPr/>
        </p:nvSpPr>
        <p:spPr>
          <a:xfrm>
            <a:off x="2162175" y="4514850"/>
            <a:ext cx="11619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62" name="Rectangle"/>
          <p:cNvSpPr/>
          <p:nvPr/>
        </p:nvSpPr>
        <p:spPr>
          <a:xfrm>
            <a:off x="95250" y="476250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F6F5F2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Path"/>
          <p:cNvSpPr/>
          <p:nvPr/>
        </p:nvSpPr>
        <p:spPr>
          <a:xfrm>
            <a:off x="211931" y="4869648"/>
            <a:ext cx="130969" cy="111926"/>
          </a:xfrm>
          <a:custGeom>
            <a:avLst/>
            <a:gdLst/>
            <a:ahLst/>
            <a:cxnLst/>
            <a:rect l="0" t="0" r="r" b="b"/>
            <a:pathLst>
              <a:path w="130969" h="111926">
                <a:moveTo>
                  <a:pt x="19050" y="8"/>
                </a:moveTo>
                <a:lnTo>
                  <a:pt x="42863" y="8"/>
                </a:lnTo>
                <a:quadBezTo>
                  <a:pt x="44428" y="0"/>
                  <a:pt x="45848" y="661"/>
                </a:quadBezTo>
                <a:quadBezTo>
                  <a:pt x="47273" y="1309"/>
                  <a:pt x="48286" y="2502"/>
                </a:quadBezTo>
                <a:lnTo>
                  <a:pt x="60436" y="16676"/>
                </a:lnTo>
                <a:lnTo>
                  <a:pt x="111919" y="16676"/>
                </a:lnTo>
                <a:quadBezTo>
                  <a:pt x="119807" y="16676"/>
                  <a:pt x="125388" y="22257"/>
                </a:quadBezTo>
                <a:quadBezTo>
                  <a:pt x="130969" y="27838"/>
                  <a:pt x="130969" y="35726"/>
                </a:quadBezTo>
                <a:lnTo>
                  <a:pt x="130969" y="92876"/>
                </a:lnTo>
                <a:quadBezTo>
                  <a:pt x="130969" y="100765"/>
                  <a:pt x="125388" y="106346"/>
                </a:quadBezTo>
                <a:quadBezTo>
                  <a:pt x="119807" y="111926"/>
                  <a:pt x="111919" y="111926"/>
                </a:quadBezTo>
                <a:lnTo>
                  <a:pt x="19050" y="111926"/>
                </a:lnTo>
                <a:quadBezTo>
                  <a:pt x="11162" y="111926"/>
                  <a:pt x="5581" y="106346"/>
                </a:quadBezTo>
                <a:quadBezTo>
                  <a:pt x="0" y="100765"/>
                  <a:pt x="0" y="92876"/>
                </a:quadBezTo>
                <a:lnTo>
                  <a:pt x="0" y="19058"/>
                </a:lnTo>
                <a:quadBezTo>
                  <a:pt x="0" y="11170"/>
                  <a:pt x="5581" y="5589"/>
                </a:quadBezTo>
                <a:quadBezTo>
                  <a:pt x="11162" y="8"/>
                  <a:pt x="19050" y="8"/>
                </a:quadBezTo>
                <a:close/>
                <a:moveTo>
                  <a:pt x="19050" y="14295"/>
                </a:moveTo>
                <a:quadBezTo>
                  <a:pt x="17080" y="14295"/>
                  <a:pt x="15684" y="15691"/>
                </a:quadBezTo>
                <a:quadBezTo>
                  <a:pt x="14288" y="17088"/>
                  <a:pt x="14288" y="19058"/>
                </a:quadBezTo>
                <a:lnTo>
                  <a:pt x="14288" y="92876"/>
                </a:lnTo>
                <a:quadBezTo>
                  <a:pt x="14288" y="94847"/>
                  <a:pt x="15684" y="96243"/>
                </a:quadBezTo>
                <a:quadBezTo>
                  <a:pt x="17080" y="97639"/>
                  <a:pt x="19050" y="97639"/>
                </a:quadBezTo>
                <a:lnTo>
                  <a:pt x="111919" y="97639"/>
                </a:lnTo>
                <a:quadBezTo>
                  <a:pt x="113889" y="97639"/>
                  <a:pt x="115285" y="96243"/>
                </a:quadBezTo>
                <a:quadBezTo>
                  <a:pt x="116681" y="94847"/>
                  <a:pt x="116681" y="92876"/>
                </a:quadBezTo>
                <a:lnTo>
                  <a:pt x="116681" y="35726"/>
                </a:lnTo>
                <a:quadBezTo>
                  <a:pt x="116681" y="33756"/>
                  <a:pt x="115285" y="32360"/>
                </a:quadBezTo>
                <a:quadBezTo>
                  <a:pt x="113889" y="30964"/>
                  <a:pt x="111919" y="30964"/>
                </a:quadBezTo>
                <a:lnTo>
                  <a:pt x="57150" y="30964"/>
                </a:lnTo>
                <a:quadBezTo>
                  <a:pt x="55584" y="30972"/>
                  <a:pt x="54165" y="30310"/>
                </a:quadBezTo>
                <a:quadBezTo>
                  <a:pt x="52739" y="29663"/>
                  <a:pt x="51726" y="28469"/>
                </a:quadBezTo>
                <a:lnTo>
                  <a:pt x="39577" y="14295"/>
                </a:lnTo>
                <a:lnTo>
                  <a:pt x="19050" y="14295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"/>
          <p:cNvSpPr txBox="1"/>
          <p:nvPr/>
        </p:nvSpPr>
        <p:spPr>
          <a:xfrm>
            <a:off x="1038225" y="4848225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读书笔记</a:t>
            </a:r>
          </a:p>
        </p:txBody>
      </p:sp>
      <p:sp>
        <p:nvSpPr>
          <p:cNvPr id="65" name="TextBox"/>
          <p:cNvSpPr txBox="1"/>
          <p:nvPr/>
        </p:nvSpPr>
        <p:spPr>
          <a:xfrm>
            <a:off x="2209800" y="4857750"/>
            <a:ext cx="7071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8</a:t>
            </a:r>
          </a:p>
        </p:txBody>
      </p:sp>
      <p:sp>
        <p:nvSpPr>
          <p:cNvPr id="66" name="Ellipse"/>
          <p:cNvSpPr/>
          <p:nvPr/>
        </p:nvSpPr>
        <p:spPr>
          <a:xfrm>
            <a:off x="285750" y="8324850"/>
            <a:ext cx="42863" cy="42863"/>
          </a:xfrm>
          <a:prstGeom prst="ellipse">
            <a:avLst/>
          </a:prstGeom>
          <a:noFill/>
          <a:ln w="14288">
            <a:solidFill>
              <a:srgbClr val="4B4B4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7" name="Path"/>
          <p:cNvSpPr/>
          <p:nvPr/>
        </p:nvSpPr>
        <p:spPr>
          <a:xfrm>
            <a:off x="326145" y="8279520"/>
            <a:ext cx="138285" cy="138285"/>
          </a:xfrm>
          <a:custGeom>
            <a:avLst/>
            <a:gdLst/>
            <a:ahLst/>
            <a:cxnLst/>
            <a:rect l="0" t="0" r="r" b="b"/>
            <a:pathLst>
              <a:path w="138285" h="138285">
                <a:moveTo>
                  <a:pt x="76286" y="7230"/>
                </a:moveTo>
                <a:lnTo>
                  <a:pt x="76286" y="23899"/>
                </a:lnTo>
                <a:quadBezTo>
                  <a:pt x="76372" y="26893"/>
                  <a:pt x="74194" y="28950"/>
                </a:quadBezTo>
                <a:quadBezTo>
                  <a:pt x="72137" y="31129"/>
                  <a:pt x="69142" y="31042"/>
                </a:quadBezTo>
                <a:quadBezTo>
                  <a:pt x="66148" y="31129"/>
                  <a:pt x="64091" y="28950"/>
                </a:quadBezTo>
                <a:quadBezTo>
                  <a:pt x="61913" y="26893"/>
                  <a:pt x="61999" y="23899"/>
                </a:quadBezTo>
                <a:lnTo>
                  <a:pt x="61999" y="7230"/>
                </a:lnTo>
                <a:quadBezTo>
                  <a:pt x="61913" y="4235"/>
                  <a:pt x="64091" y="2179"/>
                </a:quadBezTo>
                <a:quadBezTo>
                  <a:pt x="66148" y="0"/>
                  <a:pt x="69142" y="86"/>
                </a:quadBezTo>
                <a:quadBezTo>
                  <a:pt x="72137" y="0"/>
                  <a:pt x="74194" y="2179"/>
                </a:quadBezTo>
                <a:quadBezTo>
                  <a:pt x="76372" y="4235"/>
                  <a:pt x="76286" y="7230"/>
                </a:quadBezTo>
                <a:close/>
                <a:moveTo>
                  <a:pt x="32182" y="42285"/>
                </a:moveTo>
                <a:lnTo>
                  <a:pt x="20276" y="30379"/>
                </a:lnTo>
                <a:quadBezTo>
                  <a:pt x="18097" y="28322"/>
                  <a:pt x="18184" y="25327"/>
                </a:quadBezTo>
                <a:quadBezTo>
                  <a:pt x="18097" y="22333"/>
                  <a:pt x="20276" y="20276"/>
                </a:quadBezTo>
                <a:quadBezTo>
                  <a:pt x="22333" y="18097"/>
                  <a:pt x="25327" y="18184"/>
                </a:quadBezTo>
                <a:quadBezTo>
                  <a:pt x="28322" y="18097"/>
                  <a:pt x="30379" y="20276"/>
                </a:quadBezTo>
                <a:lnTo>
                  <a:pt x="42285" y="32182"/>
                </a:lnTo>
                <a:quadBezTo>
                  <a:pt x="44464" y="34239"/>
                  <a:pt x="44377" y="37234"/>
                </a:quadBezTo>
                <a:quadBezTo>
                  <a:pt x="44464" y="40228"/>
                  <a:pt x="42285" y="42285"/>
                </a:quadBezTo>
                <a:quadBezTo>
                  <a:pt x="40228" y="44464"/>
                  <a:pt x="37234" y="44377"/>
                </a:quadBezTo>
                <a:quadBezTo>
                  <a:pt x="34239" y="44464"/>
                  <a:pt x="32182" y="42285"/>
                </a:quadBezTo>
                <a:close/>
                <a:moveTo>
                  <a:pt x="118009" y="30379"/>
                </a:moveTo>
                <a:lnTo>
                  <a:pt x="106103" y="42285"/>
                </a:lnTo>
                <a:quadBezTo>
                  <a:pt x="104046" y="44464"/>
                  <a:pt x="101051" y="44377"/>
                </a:quadBezTo>
                <a:quadBezTo>
                  <a:pt x="98056" y="44464"/>
                  <a:pt x="96000" y="42285"/>
                </a:quadBezTo>
                <a:quadBezTo>
                  <a:pt x="93821" y="40228"/>
                  <a:pt x="93907" y="37234"/>
                </a:quadBezTo>
                <a:quadBezTo>
                  <a:pt x="93821" y="34239"/>
                  <a:pt x="96000" y="32182"/>
                </a:quadBezTo>
                <a:lnTo>
                  <a:pt x="107906" y="20276"/>
                </a:lnTo>
                <a:quadBezTo>
                  <a:pt x="109963" y="18097"/>
                  <a:pt x="112957" y="18184"/>
                </a:quadBezTo>
                <a:quadBezTo>
                  <a:pt x="115952" y="18097"/>
                  <a:pt x="118009" y="20276"/>
                </a:quadBezTo>
                <a:quadBezTo>
                  <a:pt x="120187" y="22333"/>
                  <a:pt x="120101" y="25327"/>
                </a:quadBezTo>
                <a:quadBezTo>
                  <a:pt x="120187" y="28322"/>
                  <a:pt x="118009" y="30379"/>
                </a:quadBezTo>
                <a:close/>
                <a:moveTo>
                  <a:pt x="23899" y="76286"/>
                </a:moveTo>
                <a:lnTo>
                  <a:pt x="7230" y="76286"/>
                </a:lnTo>
                <a:quadBezTo>
                  <a:pt x="4235" y="76372"/>
                  <a:pt x="2179" y="74194"/>
                </a:quadBezTo>
                <a:quadBezTo>
                  <a:pt x="0" y="72137"/>
                  <a:pt x="86" y="69142"/>
                </a:quadBezTo>
                <a:quadBezTo>
                  <a:pt x="0" y="66148"/>
                  <a:pt x="2179" y="64091"/>
                </a:quadBezTo>
                <a:quadBezTo>
                  <a:pt x="4235" y="61913"/>
                  <a:pt x="7230" y="61999"/>
                </a:quadBezTo>
                <a:lnTo>
                  <a:pt x="23899" y="61999"/>
                </a:lnTo>
                <a:quadBezTo>
                  <a:pt x="26893" y="61913"/>
                  <a:pt x="28950" y="64091"/>
                </a:quadBezTo>
                <a:quadBezTo>
                  <a:pt x="31129" y="66148"/>
                  <a:pt x="31042" y="69142"/>
                </a:quadBezTo>
                <a:quadBezTo>
                  <a:pt x="31129" y="72137"/>
                  <a:pt x="28950" y="74194"/>
                </a:quadBezTo>
                <a:quadBezTo>
                  <a:pt x="26893" y="76372"/>
                  <a:pt x="23899" y="76286"/>
                </a:quadBezTo>
                <a:close/>
                <a:moveTo>
                  <a:pt x="131055" y="76286"/>
                </a:moveTo>
                <a:lnTo>
                  <a:pt x="114386" y="76286"/>
                </a:lnTo>
                <a:quadBezTo>
                  <a:pt x="111391" y="76372"/>
                  <a:pt x="109335" y="74194"/>
                </a:quadBezTo>
                <a:quadBezTo>
                  <a:pt x="107156" y="72137"/>
                  <a:pt x="107242" y="69142"/>
                </a:quadBezTo>
                <a:quadBezTo>
                  <a:pt x="107156" y="66148"/>
                  <a:pt x="109335" y="64091"/>
                </a:quadBezTo>
                <a:quadBezTo>
                  <a:pt x="111391" y="61913"/>
                  <a:pt x="114386" y="61999"/>
                </a:quadBezTo>
                <a:lnTo>
                  <a:pt x="131055" y="61999"/>
                </a:lnTo>
                <a:quadBezTo>
                  <a:pt x="134050" y="61913"/>
                  <a:pt x="136106" y="64091"/>
                </a:quadBezTo>
                <a:quadBezTo>
                  <a:pt x="138285" y="66148"/>
                  <a:pt x="138199" y="69142"/>
                </a:quadBezTo>
                <a:quadBezTo>
                  <a:pt x="138285" y="72137"/>
                  <a:pt x="136106" y="74194"/>
                </a:quadBezTo>
                <a:quadBezTo>
                  <a:pt x="134050" y="76372"/>
                  <a:pt x="131055" y="76286"/>
                </a:quadBezTo>
                <a:close/>
                <a:moveTo>
                  <a:pt x="42285" y="106103"/>
                </a:moveTo>
                <a:lnTo>
                  <a:pt x="30379" y="118009"/>
                </a:lnTo>
                <a:quadBezTo>
                  <a:pt x="28322" y="120187"/>
                  <a:pt x="25327" y="120101"/>
                </a:quadBezTo>
                <a:quadBezTo>
                  <a:pt x="22333" y="120187"/>
                  <a:pt x="20276" y="118009"/>
                </a:quadBezTo>
                <a:quadBezTo>
                  <a:pt x="18097" y="115952"/>
                  <a:pt x="18184" y="112957"/>
                </a:quadBezTo>
                <a:quadBezTo>
                  <a:pt x="18097" y="109963"/>
                  <a:pt x="20276" y="107906"/>
                </a:quadBezTo>
                <a:lnTo>
                  <a:pt x="32182" y="96000"/>
                </a:lnTo>
                <a:quadBezTo>
                  <a:pt x="34239" y="93821"/>
                  <a:pt x="37234" y="93907"/>
                </a:quadBezTo>
                <a:quadBezTo>
                  <a:pt x="40228" y="93821"/>
                  <a:pt x="42285" y="96000"/>
                </a:quadBezTo>
                <a:quadBezTo>
                  <a:pt x="44464" y="98056"/>
                  <a:pt x="44377" y="101051"/>
                </a:quadBezTo>
                <a:quadBezTo>
                  <a:pt x="44464" y="104046"/>
                  <a:pt x="42285" y="106103"/>
                </a:quadBezTo>
                <a:close/>
                <a:moveTo>
                  <a:pt x="107906" y="118009"/>
                </a:moveTo>
                <a:lnTo>
                  <a:pt x="96000" y="106103"/>
                </a:lnTo>
                <a:quadBezTo>
                  <a:pt x="93821" y="104046"/>
                  <a:pt x="93907" y="101051"/>
                </a:quadBezTo>
                <a:quadBezTo>
                  <a:pt x="93821" y="98056"/>
                  <a:pt x="96000" y="96000"/>
                </a:quadBezTo>
                <a:quadBezTo>
                  <a:pt x="98056" y="93821"/>
                  <a:pt x="101051" y="93907"/>
                </a:quadBezTo>
                <a:quadBezTo>
                  <a:pt x="104046" y="93821"/>
                  <a:pt x="106103" y="96000"/>
                </a:quadBezTo>
                <a:lnTo>
                  <a:pt x="118009" y="107906"/>
                </a:lnTo>
                <a:quadBezTo>
                  <a:pt x="120187" y="109963"/>
                  <a:pt x="120101" y="112957"/>
                </a:quadBezTo>
                <a:quadBezTo>
                  <a:pt x="120187" y="115952"/>
                  <a:pt x="118009" y="118009"/>
                </a:quadBezTo>
                <a:quadBezTo>
                  <a:pt x="115952" y="120187"/>
                  <a:pt x="112957" y="120101"/>
                </a:quadBezTo>
                <a:quadBezTo>
                  <a:pt x="109963" y="120187"/>
                  <a:pt x="107906" y="118009"/>
                </a:quadBezTo>
                <a:close/>
                <a:moveTo>
                  <a:pt x="76286" y="114386"/>
                </a:moveTo>
                <a:lnTo>
                  <a:pt x="76286" y="131055"/>
                </a:lnTo>
                <a:quadBezTo>
                  <a:pt x="76372" y="134050"/>
                  <a:pt x="74194" y="136106"/>
                </a:quadBezTo>
                <a:quadBezTo>
                  <a:pt x="72137" y="138285"/>
                  <a:pt x="69142" y="138199"/>
                </a:quadBezTo>
                <a:quadBezTo>
                  <a:pt x="66148" y="138285"/>
                  <a:pt x="64091" y="136106"/>
                </a:quadBezTo>
                <a:quadBezTo>
                  <a:pt x="61913" y="134050"/>
                  <a:pt x="61999" y="131055"/>
                </a:quadBezTo>
                <a:lnTo>
                  <a:pt x="61999" y="114386"/>
                </a:lnTo>
                <a:quadBezTo>
                  <a:pt x="61913" y="111391"/>
                  <a:pt x="64091" y="109335"/>
                </a:quadBezTo>
                <a:quadBezTo>
                  <a:pt x="66148" y="107156"/>
                  <a:pt x="69142" y="107242"/>
                </a:quadBezTo>
                <a:quadBezTo>
                  <a:pt x="72137" y="107156"/>
                  <a:pt x="74194" y="109335"/>
                </a:quadBezTo>
                <a:quadBezTo>
                  <a:pt x="76372" y="111391"/>
                  <a:pt x="76286" y="114386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Box"/>
          <p:cNvSpPr txBox="1"/>
          <p:nvPr/>
        </p:nvSpPr>
        <p:spPr>
          <a:xfrm>
            <a:off x="542925" y="8267700"/>
            <a:ext cx="247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设置</a:t>
            </a:r>
          </a:p>
        </p:txBody>
      </p:sp>
      <p:sp>
        <p:nvSpPr>
          <p:cNvPr id="69" name="TextBox"/>
          <p:cNvSpPr txBox="1"/>
          <p:nvPr/>
        </p:nvSpPr>
        <p:spPr>
          <a:xfrm>
            <a:off x="981075" y="8286750"/>
            <a:ext cx="1300121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本地库 128 条 · 占用 24 MB</a:t>
            </a:r>
          </a:p>
        </p:txBody>
      </p:sp>
      <p:sp>
        <p:nvSpPr>
          <p:cNvPr id="70" name="Rectangle"/>
          <p:cNvSpPr/>
          <p:nvPr/>
        </p:nvSpPr>
        <p:spPr>
          <a:xfrm>
            <a:off x="100013" y="8120063"/>
            <a:ext cx="2276475" cy="447675"/>
          </a:xfrm>
          <a:prstGeom prst="rect">
            <a:avLst/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"/>
          <p:cNvSpPr/>
          <p:nvPr/>
        </p:nvSpPr>
        <p:spPr>
          <a:xfrm>
            <a:off x="2476500" y="495300"/>
            <a:ext cx="3238500" cy="80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"/>
          <p:cNvSpPr/>
          <p:nvPr/>
        </p:nvSpPr>
        <p:spPr>
          <a:xfrm>
            <a:off x="2476500" y="495300"/>
            <a:ext cx="3238500" cy="381000"/>
          </a:xfrm>
          <a:prstGeom prst="roundRect">
            <a:avLst>
              <a:gd name="adj" fmla="val 200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"/>
          <p:cNvSpPr txBox="1"/>
          <p:nvPr/>
        </p:nvSpPr>
        <p:spPr>
          <a:xfrm>
            <a:off x="2581275" y="6096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6B6A62"/>
                </a:solidFill>
                <a:latin typeface="Inter"/>
                <a:ea typeface="Inter"/>
                <a:cs typeface="Inter"/>
              </a:rPr>
              <a:t>搜索笔记</a:t>
            </a:r>
          </a:p>
        </p:txBody>
      </p:sp>
      <p:sp>
        <p:nvSpPr>
          <p:cNvPr id="74" name="TextBox"/>
          <p:cNvSpPr txBox="1"/>
          <p:nvPr/>
        </p:nvSpPr>
        <p:spPr>
          <a:xfrm>
            <a:off x="2628900" y="1028700"/>
            <a:ext cx="98059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「同步」找到 12 条</a:t>
            </a:r>
          </a:p>
        </p:txBody>
      </p:sp>
      <p:sp>
        <p:nvSpPr>
          <p:cNvPr id="75" name="TextBox"/>
          <p:cNvSpPr txBox="1"/>
          <p:nvPr/>
        </p:nvSpPr>
        <p:spPr>
          <a:xfrm>
            <a:off x="2628900" y="1200150"/>
            <a:ext cx="176552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两条字都搜得到 · 搜的是字，不是意思</a:t>
            </a:r>
          </a:p>
        </p:txBody>
      </p:sp>
      <p:sp>
        <p:nvSpPr>
          <p:cNvPr id="76" name="Rectangle"/>
          <p:cNvSpPr/>
          <p:nvPr/>
        </p:nvSpPr>
        <p:spPr>
          <a:xfrm>
            <a:off x="2476500" y="1419225"/>
            <a:ext cx="3238500" cy="247650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"/>
          <p:cNvSpPr txBox="1"/>
          <p:nvPr/>
        </p:nvSpPr>
        <p:spPr>
          <a:xfrm>
            <a:off x="2628900" y="1485900"/>
            <a:ext cx="21717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 spc="6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精准</a:t>
            </a:r>
          </a:p>
        </p:txBody>
      </p:sp>
      <p:sp>
        <p:nvSpPr>
          <p:cNvPr id="78" name="TextBox"/>
          <p:cNvSpPr txBox="1"/>
          <p:nvPr/>
        </p:nvSpPr>
        <p:spPr>
          <a:xfrm>
            <a:off x="2914650" y="1485900"/>
            <a:ext cx="59294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  <p:sp>
        <p:nvSpPr>
          <p:cNvPr id="79" name="TextBox"/>
          <p:cNvSpPr txBox="1"/>
          <p:nvPr/>
        </p:nvSpPr>
        <p:spPr>
          <a:xfrm>
            <a:off x="2628900" y="1771650"/>
            <a:ext cx="1485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同步徽标要能区分四种状态</a:t>
            </a:r>
          </a:p>
        </p:txBody>
      </p:sp>
      <p:sp>
        <p:nvSpPr>
          <p:cNvPr id="80" name="TextBox"/>
          <p:cNvSpPr txBox="1"/>
          <p:nvPr/>
        </p:nvSpPr>
        <p:spPr>
          <a:xfrm>
            <a:off x="2628900" y="1971675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正在同步时用转圈，没在同步时字形必须静止，两者不能长得像。</a:t>
            </a:r>
          </a:p>
        </p:txBody>
      </p:sp>
      <p:sp>
        <p:nvSpPr>
          <p:cNvPr id="81" name="TextBox"/>
          <p:cNvSpPr txBox="1"/>
          <p:nvPr/>
        </p:nvSpPr>
        <p:spPr>
          <a:xfrm>
            <a:off x="2628900" y="2362200"/>
            <a:ext cx="195328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…在</a:t>
            </a:r>
          </a:p>
        </p:txBody>
      </p:sp>
      <p:sp>
        <p:nvSpPr>
          <p:cNvPr id="82" name="TextBox"/>
          <p:cNvSpPr txBox="1"/>
          <p:nvPr/>
        </p:nvSpPr>
        <p:spPr>
          <a:xfrm>
            <a:off x="2867025" y="2362200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24469A">
                    <a:alpha val="10196"/>
                  </a:srgbClr>
                </a:solidFill>
                <a:latin typeface="Inter Bold"/>
                <a:ea typeface="Inter Bold"/>
                <a:cs typeface="Inter Bold"/>
              </a:rPr>
              <a:t>同步</a:t>
            </a:r>
          </a:p>
        </p:txBody>
      </p:sp>
      <p:sp>
        <p:nvSpPr>
          <p:cNvPr id="83" name="TextBox"/>
          <p:cNvSpPr txBox="1"/>
          <p:nvPr/>
        </p:nvSpPr>
        <p:spPr>
          <a:xfrm>
            <a:off x="3114675" y="2362200"/>
            <a:ext cx="509653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时用转圈…</a:t>
            </a:r>
          </a:p>
        </p:txBody>
      </p:sp>
      <p:sp>
        <p:nvSpPr>
          <p:cNvPr id="84" name="TextBox"/>
          <p:cNvSpPr txBox="1"/>
          <p:nvPr/>
        </p:nvSpPr>
        <p:spPr>
          <a:xfrm>
            <a:off x="2628900" y="2495550"/>
            <a:ext cx="11144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内网部署与代理配置</a:t>
            </a:r>
          </a:p>
        </p:txBody>
      </p:sp>
      <p:sp>
        <p:nvSpPr>
          <p:cNvPr id="85" name="TextBox"/>
          <p:cNvSpPr txBox="1"/>
          <p:nvPr/>
        </p:nvSpPr>
        <p:spPr>
          <a:xfrm>
            <a:off x="2628900" y="2695575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代理按每台设备一份配。证书这一档必须标红，因为它会让人看见传输内容。</a:t>
            </a:r>
          </a:p>
        </p:txBody>
      </p:sp>
      <p:sp>
        <p:nvSpPr>
          <p:cNvPr id="86" name="Rectangle"/>
          <p:cNvSpPr/>
          <p:nvPr/>
        </p:nvSpPr>
        <p:spPr>
          <a:xfrm>
            <a:off x="2476500" y="3114675"/>
            <a:ext cx="3238500" cy="247650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Box"/>
          <p:cNvSpPr txBox="1"/>
          <p:nvPr/>
        </p:nvSpPr>
        <p:spPr>
          <a:xfrm>
            <a:off x="2628900" y="3181350"/>
            <a:ext cx="21717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 spc="60">
                <a:solidFill>
                  <a:srgbClr val="4B4B44"/>
                </a:solidFill>
                <a:latin typeface="Inter Bold"/>
                <a:ea typeface="Inter Bold"/>
                <a:cs typeface="Inter Bold"/>
              </a:rPr>
              <a:t>模糊</a:t>
            </a:r>
          </a:p>
        </p:txBody>
      </p:sp>
      <p:sp>
        <p:nvSpPr>
          <p:cNvPr id="88" name="TextBox"/>
          <p:cNvSpPr txBox="1"/>
          <p:nvPr/>
        </p:nvSpPr>
        <p:spPr>
          <a:xfrm>
            <a:off x="2914650" y="3181350"/>
            <a:ext cx="62159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89" name="TextBox"/>
          <p:cNvSpPr txBox="1"/>
          <p:nvPr/>
        </p:nvSpPr>
        <p:spPr>
          <a:xfrm>
            <a:off x="2628900" y="3467100"/>
            <a:ext cx="7429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读书笔记摘录</a:t>
            </a:r>
          </a:p>
        </p:txBody>
      </p:sp>
      <p:sp>
        <p:nvSpPr>
          <p:cNvPr id="90" name="TextBox"/>
          <p:cNvSpPr txBox="1"/>
          <p:nvPr/>
        </p:nvSpPr>
        <p:spPr>
          <a:xfrm>
            <a:off x="2628900" y="3667125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这一篇里同时出现了「同」「步」两个字，但不在同一个词上。</a:t>
            </a:r>
          </a:p>
        </p:txBody>
      </p:sp>
      <p:sp>
        <p:nvSpPr>
          <p:cNvPr id="91" name="TextBox"/>
          <p:cNvSpPr txBox="1"/>
          <p:nvPr/>
        </p:nvSpPr>
        <p:spPr>
          <a:xfrm>
            <a:off x="3857625" y="4229100"/>
            <a:ext cx="47491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24469A"/>
                </a:solidFill>
                <a:latin typeface="Inter Bold"/>
                <a:ea typeface="Inter Bold"/>
                <a:cs typeface="Inter Bold"/>
              </a:rPr>
              <a:t>还有 5 条</a:t>
            </a:r>
          </a:p>
        </p:txBody>
      </p:sp>
      <p:sp>
        <p:nvSpPr>
          <p:cNvPr id="92" name="Rectangle"/>
          <p:cNvSpPr/>
          <p:nvPr/>
        </p:nvSpPr>
        <p:spPr>
          <a:xfrm>
            <a:off x="2481263" y="500063"/>
            <a:ext cx="3228975" cy="8067675"/>
          </a:xfrm>
          <a:prstGeom prst="rect">
            <a:avLst/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3" name="Rectangle"/>
          <p:cNvSpPr/>
          <p:nvPr/>
        </p:nvSpPr>
        <p:spPr>
          <a:xfrm>
            <a:off x="5715000" y="495300"/>
            <a:ext cx="8001000" cy="80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Box"/>
          <p:cNvSpPr txBox="1"/>
          <p:nvPr/>
        </p:nvSpPr>
        <p:spPr>
          <a:xfrm>
            <a:off x="6096000" y="685800"/>
            <a:ext cx="22545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00" spc="-23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同步徽标要能区分四种状态</a:t>
            </a:r>
          </a:p>
        </p:txBody>
      </p:sp>
      <p:sp>
        <p:nvSpPr>
          <p:cNvPr id="95" name="Ellipse"/>
          <p:cNvSpPr/>
          <p:nvPr/>
        </p:nvSpPr>
        <p:spPr>
          <a:xfrm>
            <a:off x="6086475" y="1009650"/>
            <a:ext cx="119063" cy="119063"/>
          </a:xfrm>
          <a:prstGeom prst="ellipse">
            <a:avLst/>
          </a:prstGeom>
          <a:noFill/>
          <a:ln w="14288">
            <a:solidFill>
              <a:srgbClr val="1F6B4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6" name="Path"/>
          <p:cNvSpPr/>
          <p:nvPr/>
        </p:nvSpPr>
        <p:spPr>
          <a:xfrm>
            <a:off x="6203070" y="1040365"/>
            <a:ext cx="64145" cy="50810"/>
          </a:xfrm>
          <a:custGeom>
            <a:avLst/>
            <a:gdLst/>
            <a:ahLst/>
            <a:cxnLst/>
            <a:rect l="0" t="0" r="r" b="b"/>
            <a:pathLst>
              <a:path w="64145" h="50810">
                <a:moveTo>
                  <a:pt x="12281" y="21384"/>
                </a:moveTo>
                <a:lnTo>
                  <a:pt x="24087" y="33189"/>
                </a:lnTo>
                <a:lnTo>
                  <a:pt x="51436" y="2622"/>
                </a:lnTo>
                <a:quadBezTo>
                  <a:pt x="53369" y="332"/>
                  <a:pt x="56364" y="252"/>
                </a:quadBezTo>
                <a:quadBezTo>
                  <a:pt x="59349" y="0"/>
                  <a:pt x="61523" y="2061"/>
                </a:quadBezTo>
                <a:quadBezTo>
                  <a:pt x="63813" y="3994"/>
                  <a:pt x="63893" y="6989"/>
                </a:quadBezTo>
                <a:quadBezTo>
                  <a:pt x="64145" y="9974"/>
                  <a:pt x="62084" y="12148"/>
                </a:quadBezTo>
                <a:lnTo>
                  <a:pt x="29699" y="48343"/>
                </a:lnTo>
                <a:quadBezTo>
                  <a:pt x="29633" y="48417"/>
                  <a:pt x="29565" y="48489"/>
                </a:quadBezTo>
                <a:quadBezTo>
                  <a:pt x="29496" y="48561"/>
                  <a:pt x="29426" y="48631"/>
                </a:quadBezTo>
                <a:quadBezTo>
                  <a:pt x="27370" y="50810"/>
                  <a:pt x="24375" y="50724"/>
                </a:quadBezTo>
                <a:quadBezTo>
                  <a:pt x="21380" y="50810"/>
                  <a:pt x="19324" y="48631"/>
                </a:quadBezTo>
                <a:lnTo>
                  <a:pt x="2179" y="31486"/>
                </a:lnTo>
                <a:quadBezTo>
                  <a:pt x="0" y="29430"/>
                  <a:pt x="86" y="26435"/>
                </a:quadBezTo>
                <a:quadBezTo>
                  <a:pt x="0" y="23440"/>
                  <a:pt x="2179" y="21384"/>
                </a:quadBezTo>
                <a:quadBezTo>
                  <a:pt x="4235" y="19205"/>
                  <a:pt x="7230" y="19291"/>
                </a:quadBezTo>
                <a:quadBezTo>
                  <a:pt x="10225" y="19205"/>
                  <a:pt x="12281" y="21384"/>
                </a:quadBezTo>
                <a:close/>
              </a:path>
            </a:pathLst>
          </a:custGeom>
          <a:solidFill>
            <a:srgbClr val="1F6B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Box"/>
          <p:cNvSpPr txBox="1"/>
          <p:nvPr/>
        </p:nvSpPr>
        <p:spPr>
          <a:xfrm>
            <a:off x="6343650" y="1000125"/>
            <a:ext cx="5715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已存在本机</a:t>
            </a:r>
          </a:p>
        </p:txBody>
      </p:sp>
      <p:sp>
        <p:nvSpPr>
          <p:cNvPr id="98" name="TextBox"/>
          <p:cNvSpPr txBox="1"/>
          <p:nvPr/>
        </p:nvSpPr>
        <p:spPr>
          <a:xfrm>
            <a:off x="7010400" y="1000125"/>
            <a:ext cx="33424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412 字</a:t>
            </a:r>
          </a:p>
        </p:txBody>
      </p:sp>
      <p:sp>
        <p:nvSpPr>
          <p:cNvPr id="99" name="TextBox"/>
          <p:cNvSpPr txBox="1"/>
          <p:nvPr/>
        </p:nvSpPr>
        <p:spPr>
          <a:xfrm>
            <a:off x="7448550" y="1000125"/>
            <a:ext cx="55341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改于 14:22</a:t>
            </a:r>
          </a:p>
        </p:txBody>
      </p:sp>
      <p:sp>
        <p:nvSpPr>
          <p:cNvPr id="100" name="TextBox"/>
          <p:cNvSpPr txBox="1"/>
          <p:nvPr/>
        </p:nvSpPr>
        <p:spPr>
          <a:xfrm>
            <a:off x="8105775" y="1000125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会议记录</a:t>
            </a:r>
          </a:p>
        </p:txBody>
      </p:sp>
      <p:sp>
        <p:nvSpPr>
          <p:cNvPr id="101" name="Rectangle"/>
          <p:cNvSpPr/>
          <p:nvPr/>
        </p:nvSpPr>
        <p:spPr>
          <a:xfrm>
            <a:off x="5715000" y="1276350"/>
            <a:ext cx="8001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Rectangle"/>
          <p:cNvSpPr/>
          <p:nvPr/>
        </p:nvSpPr>
        <p:spPr>
          <a:xfrm>
            <a:off x="6057900" y="13335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Path"/>
          <p:cNvSpPr/>
          <p:nvPr/>
        </p:nvSpPr>
        <p:spPr>
          <a:xfrm>
            <a:off x="6164970" y="1431045"/>
            <a:ext cx="94372" cy="113520"/>
          </a:xfrm>
          <a:custGeom>
            <a:avLst/>
            <a:gdLst/>
            <a:ahLst/>
            <a:cxnLst/>
            <a:rect l="0" t="0" r="r" b="b"/>
            <a:pathLst>
              <a:path w="94372" h="113520">
                <a:moveTo>
                  <a:pt x="79446" y="54434"/>
                </a:moveTo>
                <a:quadBezTo>
                  <a:pt x="82393" y="56328"/>
                  <a:pt x="85031" y="58968"/>
                </a:quadBezTo>
                <a:quadBezTo>
                  <a:pt x="94372" y="68312"/>
                  <a:pt x="94372" y="81525"/>
                </a:quadBezTo>
                <a:quadBezTo>
                  <a:pt x="94372" y="94737"/>
                  <a:pt x="85031" y="104082"/>
                </a:quadBezTo>
                <a:quadBezTo>
                  <a:pt x="75691" y="113427"/>
                  <a:pt x="62475" y="113434"/>
                </a:quadBezTo>
                <a:lnTo>
                  <a:pt x="7230" y="113434"/>
                </a:lnTo>
                <a:quadBezTo>
                  <a:pt x="4235" y="113520"/>
                  <a:pt x="2179" y="111341"/>
                </a:quadBezTo>
                <a:quadBezTo>
                  <a:pt x="0" y="109285"/>
                  <a:pt x="86" y="106290"/>
                </a:quadBezTo>
                <a:lnTo>
                  <a:pt x="86" y="7230"/>
                </a:ln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lnTo>
                  <a:pt x="56760" y="86"/>
                </a:lnTo>
                <a:quadBezTo>
                  <a:pt x="69977" y="86"/>
                  <a:pt x="79323" y="9432"/>
                </a:quadBezTo>
                <a:quadBezTo>
                  <a:pt x="88669" y="18778"/>
                  <a:pt x="88669" y="31995"/>
                </a:quadBezTo>
                <a:quadBezTo>
                  <a:pt x="88669" y="45124"/>
                  <a:pt x="79446" y="54434"/>
                </a:quadBezTo>
                <a:close/>
                <a:moveTo>
                  <a:pt x="69220" y="44455"/>
                </a:moveTo>
                <a:quadBezTo>
                  <a:pt x="74381" y="39294"/>
                  <a:pt x="74381" y="31995"/>
                </a:quadBezTo>
                <a:quadBezTo>
                  <a:pt x="74381" y="24696"/>
                  <a:pt x="69220" y="19535"/>
                </a:quadBezTo>
                <a:quadBezTo>
                  <a:pt x="64059" y="14374"/>
                  <a:pt x="56760" y="14374"/>
                </a:quadBezTo>
                <a:lnTo>
                  <a:pt x="14374" y="14374"/>
                </a:lnTo>
                <a:lnTo>
                  <a:pt x="14374" y="49616"/>
                </a:lnTo>
                <a:lnTo>
                  <a:pt x="56760" y="49616"/>
                </a:lnTo>
                <a:quadBezTo>
                  <a:pt x="64059" y="49616"/>
                  <a:pt x="69220" y="44455"/>
                </a:quadBezTo>
                <a:close/>
                <a:moveTo>
                  <a:pt x="14374" y="63904"/>
                </a:moveTo>
                <a:lnTo>
                  <a:pt x="14374" y="99146"/>
                </a:lnTo>
                <a:lnTo>
                  <a:pt x="62475" y="99146"/>
                </a:lnTo>
                <a:quadBezTo>
                  <a:pt x="69768" y="99143"/>
                  <a:pt x="74926" y="93982"/>
                </a:quadBezTo>
                <a:quadBezTo>
                  <a:pt x="80084" y="88821"/>
                  <a:pt x="80084" y="81525"/>
                </a:quadBezTo>
                <a:quadBezTo>
                  <a:pt x="80084" y="74229"/>
                  <a:pt x="74926" y="69068"/>
                </a:quadBezTo>
                <a:quadBezTo>
                  <a:pt x="69769" y="63908"/>
                  <a:pt x="62475" y="63904"/>
                </a:quadBezTo>
                <a:lnTo>
                  <a:pt x="14374" y="63904"/>
                </a:lnTo>
                <a:close/>
              </a:path>
            </a:pathLst>
          </a:cu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Path"/>
          <p:cNvSpPr/>
          <p:nvPr/>
        </p:nvSpPr>
        <p:spPr>
          <a:xfrm>
            <a:off x="6498345" y="1430997"/>
            <a:ext cx="81135" cy="113616"/>
          </a:xfrm>
          <a:custGeom>
            <a:avLst/>
            <a:gdLst/>
            <a:ahLst/>
            <a:cxnLst/>
            <a:rect l="0" t="0" r="r" b="b"/>
            <a:pathLst>
              <a:path w="81135" h="113616">
                <a:moveTo>
                  <a:pt x="73905" y="134"/>
                </a:moveTo>
                <a:quadBezTo>
                  <a:pt x="76900" y="48"/>
                  <a:pt x="78956" y="2227"/>
                </a:quadBezTo>
                <a:quadBezTo>
                  <a:pt x="81135" y="4283"/>
                  <a:pt x="81049" y="7278"/>
                </a:quadBezTo>
                <a:quadBezTo>
                  <a:pt x="81135" y="10273"/>
                  <a:pt x="78956" y="12329"/>
                </a:quadBezTo>
                <a:quadBezTo>
                  <a:pt x="76900" y="14508"/>
                  <a:pt x="73905" y="14422"/>
                </a:quadBezTo>
                <a:lnTo>
                  <a:pt x="62799" y="14422"/>
                </a:lnTo>
                <a:lnTo>
                  <a:pt x="33455" y="99194"/>
                </a:lnTo>
                <a:lnTo>
                  <a:pt x="54855" y="99194"/>
                </a:lnTo>
                <a:quadBezTo>
                  <a:pt x="57850" y="99108"/>
                  <a:pt x="59906" y="101287"/>
                </a:quadBezTo>
                <a:quadBezTo>
                  <a:pt x="62085" y="103343"/>
                  <a:pt x="61999" y="106338"/>
                </a:quadBezTo>
                <a:quadBezTo>
                  <a:pt x="62085" y="109333"/>
                  <a:pt x="59906" y="111389"/>
                </a:quadBezTo>
                <a:quadBezTo>
                  <a:pt x="57850" y="113568"/>
                  <a:pt x="54855" y="113482"/>
                </a:quadBezTo>
                <a:lnTo>
                  <a:pt x="24391" y="113482"/>
                </a:lnTo>
                <a:quadBezTo>
                  <a:pt x="23492" y="113616"/>
                  <a:pt x="22577" y="113482"/>
                </a:quadBezTo>
                <a:lnTo>
                  <a:pt x="7230" y="113482"/>
                </a:lnTo>
                <a:quadBezTo>
                  <a:pt x="4235" y="113568"/>
                  <a:pt x="2179" y="111389"/>
                </a:quadBezTo>
                <a:quadBezTo>
                  <a:pt x="0" y="109333"/>
                  <a:pt x="86" y="106338"/>
                </a:quadBezTo>
                <a:quadBezTo>
                  <a:pt x="0" y="103343"/>
                  <a:pt x="2179" y="101287"/>
                </a:quadBezTo>
                <a:quadBezTo>
                  <a:pt x="4235" y="99108"/>
                  <a:pt x="7230" y="99194"/>
                </a:quadBezTo>
                <a:lnTo>
                  <a:pt x="18336" y="99194"/>
                </a:lnTo>
                <a:lnTo>
                  <a:pt x="47680" y="14422"/>
                </a:lnTo>
                <a:lnTo>
                  <a:pt x="26280" y="14422"/>
                </a:lnTo>
                <a:quadBezTo>
                  <a:pt x="23285" y="14508"/>
                  <a:pt x="21229" y="12329"/>
                </a:quadBezTo>
                <a:quadBezTo>
                  <a:pt x="19050" y="10273"/>
                  <a:pt x="19136" y="7278"/>
                </a:quadBezTo>
                <a:quadBezTo>
                  <a:pt x="19050" y="4283"/>
                  <a:pt x="21229" y="2227"/>
                </a:quadBezTo>
                <a:quadBezTo>
                  <a:pt x="23285" y="48"/>
                  <a:pt x="26280" y="134"/>
                </a:quadBezTo>
                <a:lnTo>
                  <a:pt x="56744" y="134"/>
                </a:lnTo>
                <a:quadBezTo>
                  <a:pt x="57643" y="0"/>
                  <a:pt x="58558" y="134"/>
                </a:quadBezTo>
                <a:lnTo>
                  <a:pt x="73905" y="134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Path"/>
          <p:cNvSpPr/>
          <p:nvPr/>
        </p:nvSpPr>
        <p:spPr>
          <a:xfrm>
            <a:off x="6812670" y="1431045"/>
            <a:ext cx="100185" cy="119235"/>
          </a:xfrm>
          <a:custGeom>
            <a:avLst/>
            <a:gdLst/>
            <a:ahLst/>
            <a:cxnLst/>
            <a:rect l="0" t="0" r="r" b="b"/>
            <a:pathLst>
              <a:path w="100185" h="119235">
                <a:moveTo>
                  <a:pt x="19136" y="56760"/>
                </a:moveTo>
                <a:quadBezTo>
                  <a:pt x="19136" y="69582"/>
                  <a:pt x="28203" y="78649"/>
                </a:quadBezTo>
                <a:quadBezTo>
                  <a:pt x="37270" y="87716"/>
                  <a:pt x="50092" y="87716"/>
                </a:quadBezTo>
                <a:quadBezTo>
                  <a:pt x="62915" y="87716"/>
                  <a:pt x="71982" y="78649"/>
                </a:quadBezTo>
                <a:quadBezTo>
                  <a:pt x="81049" y="69582"/>
                  <a:pt x="81049" y="56760"/>
                </a:quadBezTo>
                <a:lnTo>
                  <a:pt x="81049" y="7230"/>
                </a:lnTo>
                <a:quadBezTo>
                  <a:pt x="80963" y="4235"/>
                  <a:pt x="83141" y="2179"/>
                </a:quadBezTo>
                <a:quadBezTo>
                  <a:pt x="85198" y="0"/>
                  <a:pt x="88192" y="86"/>
                </a:quadBezTo>
                <a:quadBezTo>
                  <a:pt x="91187" y="0"/>
                  <a:pt x="93244" y="2179"/>
                </a:quadBezTo>
                <a:quadBezTo>
                  <a:pt x="95422" y="4235"/>
                  <a:pt x="95336" y="7230"/>
                </a:quadBezTo>
                <a:lnTo>
                  <a:pt x="95336" y="56760"/>
                </a:lnTo>
                <a:quadBezTo>
                  <a:pt x="95336" y="75501"/>
                  <a:pt x="82085" y="88752"/>
                </a:quadBezTo>
                <a:quadBezTo>
                  <a:pt x="68833" y="102004"/>
                  <a:pt x="50092" y="102004"/>
                </a:quadBezTo>
                <a:quadBezTo>
                  <a:pt x="31352" y="102004"/>
                  <a:pt x="18100" y="88752"/>
                </a:quadBezTo>
                <a:quadBezTo>
                  <a:pt x="4849" y="75501"/>
                  <a:pt x="4849" y="56760"/>
                </a:quadBezTo>
                <a:lnTo>
                  <a:pt x="4849" y="7230"/>
                </a:lnTo>
                <a:quadBezTo>
                  <a:pt x="4762" y="4235"/>
                  <a:pt x="6941" y="2179"/>
                </a:quadBezTo>
                <a:quadBezTo>
                  <a:pt x="8998" y="0"/>
                  <a:pt x="11992" y="86"/>
                </a:quadBezTo>
                <a:quadBezTo>
                  <a:pt x="14987" y="0"/>
                  <a:pt x="17044" y="2179"/>
                </a:quadBezTo>
                <a:quadBezTo>
                  <a:pt x="19222" y="4235"/>
                  <a:pt x="19136" y="7230"/>
                </a:quadBezTo>
                <a:lnTo>
                  <a:pt x="19136" y="56760"/>
                </a:lnTo>
                <a:close/>
                <a:moveTo>
                  <a:pt x="7230" y="104861"/>
                </a:moveTo>
                <a:lnTo>
                  <a:pt x="92955" y="104861"/>
                </a:lnTo>
                <a:quadBezTo>
                  <a:pt x="95950" y="104775"/>
                  <a:pt x="98006" y="106954"/>
                </a:quadBezTo>
                <a:quadBezTo>
                  <a:pt x="100185" y="109010"/>
                  <a:pt x="100099" y="112005"/>
                </a:quadBezTo>
                <a:quadBezTo>
                  <a:pt x="100185" y="115000"/>
                  <a:pt x="98006" y="117056"/>
                </a:quadBezTo>
                <a:quadBezTo>
                  <a:pt x="95950" y="119235"/>
                  <a:pt x="92955" y="119149"/>
                </a:quadBezTo>
                <a:lnTo>
                  <a:pt x="7230" y="119149"/>
                </a:lnTo>
                <a:quadBezTo>
                  <a:pt x="4235" y="119235"/>
                  <a:pt x="2179" y="117056"/>
                </a:quadBezTo>
                <a:quadBezTo>
                  <a:pt x="0" y="115000"/>
                  <a:pt x="86" y="112005"/>
                </a:quadBezTo>
                <a:quadBezTo>
                  <a:pt x="0" y="109010"/>
                  <a:pt x="2179" y="106954"/>
                </a:quadBezTo>
                <a:quadBezTo>
                  <a:pt x="4235" y="104775"/>
                  <a:pt x="7230" y="104861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Path"/>
          <p:cNvSpPr/>
          <p:nvPr/>
        </p:nvSpPr>
        <p:spPr>
          <a:xfrm>
            <a:off x="7126995" y="1431131"/>
            <a:ext cx="109710" cy="107632"/>
          </a:xfrm>
          <a:custGeom>
            <a:avLst/>
            <a:gdLst/>
            <a:ahLst/>
            <a:cxnLst/>
            <a:rect l="0" t="0" r="r" b="b"/>
            <a:pathLst>
              <a:path w="109710" h="107632">
                <a:moveTo>
                  <a:pt x="84924" y="26059"/>
                </a:moveTo>
                <a:quadBezTo>
                  <a:pt x="77861" y="14288"/>
                  <a:pt x="59617" y="14288"/>
                </a:quadBezTo>
                <a:quadBezTo>
                  <a:pt x="47810" y="14288"/>
                  <a:pt x="41004" y="19318"/>
                </a:quadBezTo>
                <a:quadBezTo>
                  <a:pt x="35329" y="23512"/>
                  <a:pt x="35329" y="30004"/>
                </a:quadBezTo>
                <a:quadBezTo>
                  <a:pt x="35329" y="34235"/>
                  <a:pt x="37720" y="36826"/>
                </a:quadBezTo>
                <a:quadBezTo>
                  <a:pt x="40601" y="39947"/>
                  <a:pt x="47589" y="42277"/>
                </a:quadBezTo>
                <a:quadBezTo>
                  <a:pt x="50457" y="43142"/>
                  <a:pt x="51720" y="45859"/>
                </a:quadBezTo>
                <a:quadBezTo>
                  <a:pt x="52188" y="46732"/>
                  <a:pt x="52389" y="47625"/>
                </a:quadBezTo>
                <a:lnTo>
                  <a:pt x="102480" y="47625"/>
                </a:lnTo>
                <a:quadBezTo>
                  <a:pt x="105475" y="47539"/>
                  <a:pt x="107531" y="49717"/>
                </a:quadBezTo>
                <a:quadBezTo>
                  <a:pt x="109710" y="51774"/>
                  <a:pt x="109624" y="54769"/>
                </a:quadBezTo>
                <a:quadBezTo>
                  <a:pt x="109710" y="57763"/>
                  <a:pt x="107531" y="59820"/>
                </a:quadBezTo>
                <a:quadBezTo>
                  <a:pt x="105475" y="61999"/>
                  <a:pt x="102480" y="61913"/>
                </a:quadBezTo>
                <a:lnTo>
                  <a:pt x="91232" y="61913"/>
                </a:lnTo>
                <a:quadBezTo>
                  <a:pt x="95336" y="68316"/>
                  <a:pt x="95336" y="76676"/>
                </a:quadBezTo>
                <a:quadBezTo>
                  <a:pt x="95336" y="91055"/>
                  <a:pt x="83768" y="99670"/>
                </a:quadBezTo>
                <a:quadBezTo>
                  <a:pt x="73075" y="107632"/>
                  <a:pt x="55807" y="107632"/>
                </a:quadBezTo>
                <a:quadBezTo>
                  <a:pt x="31347" y="107632"/>
                  <a:pt x="20336" y="91116"/>
                </a:quadBezTo>
                <a:quadBezTo>
                  <a:pt x="18603" y="88672"/>
                  <a:pt x="19275" y="85753"/>
                </a:quadBezTo>
                <a:quadBezTo>
                  <a:pt x="19778" y="82799"/>
                  <a:pt x="22317" y="81210"/>
                </a:quadBezTo>
                <a:quadBezTo>
                  <a:pt x="24761" y="79477"/>
                  <a:pt x="27681" y="80149"/>
                </a:quadBezTo>
                <a:quadBezTo>
                  <a:pt x="30634" y="80652"/>
                  <a:pt x="32224" y="83191"/>
                </a:quadBezTo>
                <a:quadBezTo>
                  <a:pt x="38993" y="93345"/>
                  <a:pt x="55807" y="93345"/>
                </a:quadBezTo>
                <a:quadBezTo>
                  <a:pt x="68340" y="93345"/>
                  <a:pt x="75234" y="88211"/>
                </a:quadBezTo>
                <a:quadBezTo>
                  <a:pt x="81049" y="83881"/>
                  <a:pt x="81049" y="76676"/>
                </a:quadBezTo>
                <a:quadBezTo>
                  <a:pt x="81049" y="71063"/>
                  <a:pt x="77426" y="67440"/>
                </a:quadBezTo>
                <a:quadBezTo>
                  <a:pt x="75247" y="65383"/>
                  <a:pt x="75334" y="62389"/>
                </a:quadBezTo>
                <a:quadBezTo>
                  <a:pt x="75327" y="62148"/>
                  <a:pt x="75334" y="61913"/>
                </a:quadBezTo>
                <a:lnTo>
                  <a:pt x="7230" y="61913"/>
                </a:lnTo>
                <a:quadBezTo>
                  <a:pt x="4235" y="61999"/>
                  <a:pt x="2179" y="59820"/>
                </a:quadBezTo>
                <a:quadBezTo>
                  <a:pt x="0" y="57763"/>
                  <a:pt x="86" y="54769"/>
                </a:quadBezTo>
                <a:quadBezTo>
                  <a:pt x="0" y="51774"/>
                  <a:pt x="2179" y="49717"/>
                </a:quadBezTo>
                <a:quadBezTo>
                  <a:pt x="4235" y="47539"/>
                  <a:pt x="7230" y="47625"/>
                </a:quadBezTo>
                <a:lnTo>
                  <a:pt x="28375" y="47625"/>
                </a:lnTo>
                <a:quadBezTo>
                  <a:pt x="21041" y="40669"/>
                  <a:pt x="21041" y="30004"/>
                </a:quadBezTo>
                <a:quadBezTo>
                  <a:pt x="21041" y="16306"/>
                  <a:pt x="32511" y="7828"/>
                </a:quadBezTo>
                <a:quadBezTo>
                  <a:pt x="43102" y="0"/>
                  <a:pt x="59617" y="0"/>
                </a:quadBezTo>
                <a:quadBezTo>
                  <a:pt x="71921" y="0"/>
                  <a:pt x="81686" y="4774"/>
                </a:quadBezTo>
                <a:quadBezTo>
                  <a:pt x="91774" y="9706"/>
                  <a:pt x="97176" y="18708"/>
                </a:quadBezTo>
                <a:quadBezTo>
                  <a:pt x="98790" y="21232"/>
                  <a:pt x="97980" y="24116"/>
                </a:quadBezTo>
                <a:quadBezTo>
                  <a:pt x="97338" y="27043"/>
                  <a:pt x="94725" y="28509"/>
                </a:quadBezTo>
                <a:quadBezTo>
                  <a:pt x="92202" y="30124"/>
                  <a:pt x="89317" y="29314"/>
                </a:quadBezTo>
                <a:quadBezTo>
                  <a:pt x="86391" y="28671"/>
                  <a:pt x="84924" y="26059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angle"/>
          <p:cNvSpPr/>
          <p:nvPr/>
        </p:nvSpPr>
        <p:spPr>
          <a:xfrm>
            <a:off x="7353300" y="1390650"/>
            <a:ext cx="9525" cy="190500"/>
          </a:xfrm>
          <a:prstGeom prst="rect">
            <a:avLst/>
          </a:prstGeom>
          <a:solidFill>
            <a:srgbClr val="DDD9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Rectangle"/>
          <p:cNvSpPr/>
          <p:nvPr/>
        </p:nvSpPr>
        <p:spPr>
          <a:xfrm>
            <a:off x="7381875" y="1333500"/>
            <a:ext cx="8763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Box"/>
          <p:cNvSpPr txBox="1"/>
          <p:nvPr/>
        </p:nvSpPr>
        <p:spPr>
          <a:xfrm>
            <a:off x="7477125" y="1419225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正文</a:t>
            </a:r>
          </a:p>
        </p:txBody>
      </p:sp>
      <p:sp>
        <p:nvSpPr>
          <p:cNvPr id="110" name="Path"/>
          <p:cNvSpPr/>
          <p:nvPr/>
        </p:nvSpPr>
        <p:spPr>
          <a:xfrm>
            <a:off x="8069970" y="1459620"/>
            <a:ext cx="81135" cy="47797"/>
          </a:xfrm>
          <a:custGeom>
            <a:avLst/>
            <a:gdLst/>
            <a:ahLst/>
            <a:cxnLst/>
            <a:rect l="0" t="0" r="r" b="b"/>
            <a:pathLst>
              <a:path w="81135" h="47797">
                <a:moveTo>
                  <a:pt x="12281" y="2179"/>
                </a:moveTo>
                <a:lnTo>
                  <a:pt x="40567" y="30465"/>
                </a:lnTo>
                <a:lnTo>
                  <a:pt x="68854" y="2179"/>
                </a:lnTo>
                <a:quadBezTo>
                  <a:pt x="70910" y="0"/>
                  <a:pt x="73905" y="86"/>
                </a:quadBezTo>
                <a:quadBezTo>
                  <a:pt x="76900" y="0"/>
                  <a:pt x="78956" y="2179"/>
                </a:quadBezTo>
                <a:quadBezTo>
                  <a:pt x="81135" y="4235"/>
                  <a:pt x="81049" y="7230"/>
                </a:quadBezTo>
                <a:quadBezTo>
                  <a:pt x="81135" y="10225"/>
                  <a:pt x="78956" y="12281"/>
                </a:quadBezTo>
                <a:lnTo>
                  <a:pt x="45619" y="45619"/>
                </a:lnTo>
                <a:quadBezTo>
                  <a:pt x="43562" y="47797"/>
                  <a:pt x="40567" y="47711"/>
                </a:quadBezTo>
                <a:quadBezTo>
                  <a:pt x="37573" y="47797"/>
                  <a:pt x="35516" y="45619"/>
                </a:quadBez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Rectangle"/>
          <p:cNvSpPr/>
          <p:nvPr/>
        </p:nvSpPr>
        <p:spPr>
          <a:xfrm>
            <a:off x="7386638" y="1338263"/>
            <a:ext cx="866775" cy="295275"/>
          </a:xfrm>
          <a:prstGeom prst="roundRect">
            <a:avLst>
              <a:gd name="adj" fmla="val 17741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2" name="Rectangle"/>
          <p:cNvSpPr/>
          <p:nvPr/>
        </p:nvSpPr>
        <p:spPr>
          <a:xfrm>
            <a:off x="8277225" y="1333500"/>
            <a:ext cx="8001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Box"/>
          <p:cNvSpPr txBox="1"/>
          <p:nvPr/>
        </p:nvSpPr>
        <p:spPr>
          <a:xfrm>
            <a:off x="8353425" y="1419225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项目列表</a:t>
            </a:r>
          </a:p>
        </p:txBody>
      </p:sp>
      <p:sp>
        <p:nvSpPr>
          <p:cNvPr id="114" name="Path"/>
          <p:cNvSpPr/>
          <p:nvPr/>
        </p:nvSpPr>
        <p:spPr>
          <a:xfrm>
            <a:off x="8908170" y="1459620"/>
            <a:ext cx="81135" cy="47797"/>
          </a:xfrm>
          <a:custGeom>
            <a:avLst/>
            <a:gdLst/>
            <a:ahLst/>
            <a:cxnLst/>
            <a:rect l="0" t="0" r="r" b="b"/>
            <a:pathLst>
              <a:path w="81135" h="47797">
                <a:moveTo>
                  <a:pt x="12281" y="2179"/>
                </a:moveTo>
                <a:lnTo>
                  <a:pt x="40567" y="30465"/>
                </a:lnTo>
                <a:lnTo>
                  <a:pt x="68854" y="2179"/>
                </a:lnTo>
                <a:quadBezTo>
                  <a:pt x="70910" y="0"/>
                  <a:pt x="73905" y="86"/>
                </a:quadBezTo>
                <a:quadBezTo>
                  <a:pt x="76900" y="0"/>
                  <a:pt x="78956" y="2179"/>
                </a:quadBezTo>
                <a:quadBezTo>
                  <a:pt x="81135" y="4235"/>
                  <a:pt x="81049" y="7230"/>
                </a:quadBezTo>
                <a:quadBezTo>
                  <a:pt x="81135" y="10225"/>
                  <a:pt x="78956" y="12281"/>
                </a:quadBezTo>
                <a:lnTo>
                  <a:pt x="45619" y="45619"/>
                </a:lnTo>
                <a:quadBezTo>
                  <a:pt x="43562" y="47797"/>
                  <a:pt x="40567" y="47711"/>
                </a:quadBezTo>
                <a:quadBezTo>
                  <a:pt x="37573" y="47797"/>
                  <a:pt x="35516" y="45619"/>
                </a:quadBez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Rectangle"/>
          <p:cNvSpPr/>
          <p:nvPr/>
        </p:nvSpPr>
        <p:spPr>
          <a:xfrm>
            <a:off x="8281988" y="1338263"/>
            <a:ext cx="790575" cy="295275"/>
          </a:xfrm>
          <a:prstGeom prst="roundRect">
            <a:avLst>
              <a:gd name="adj" fmla="val 17741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6" name="Path"/>
          <p:cNvSpPr/>
          <p:nvPr/>
        </p:nvSpPr>
        <p:spPr>
          <a:xfrm>
            <a:off x="9231267" y="1431070"/>
            <a:ext cx="43004" cy="103113"/>
          </a:xfrm>
          <a:custGeom>
            <a:avLst/>
            <a:gdLst/>
            <a:ahLst/>
            <a:cxnLst/>
            <a:rect l="0" t="0" r="r" b="b"/>
            <a:pathLst>
              <a:path w="43004" h="103113">
                <a:moveTo>
                  <a:pt x="11503" y="45306"/>
                </a:moveTo>
                <a:quadBezTo>
                  <a:pt x="11503" y="39691"/>
                  <a:pt x="6931" y="35115"/>
                </a:quadBezTo>
                <a:quadBezTo>
                  <a:pt x="2499" y="30772"/>
                  <a:pt x="1250" y="24616"/>
                </a:quadBezTo>
                <a:quadBezTo>
                  <a:pt x="0" y="18462"/>
                  <a:pt x="2414" y="12665"/>
                </a:quadBezTo>
                <a:quadBezTo>
                  <a:pt x="4828" y="6866"/>
                  <a:pt x="10076" y="3419"/>
                </a:quadBezTo>
                <a:quadBezTo>
                  <a:pt x="15283" y="0"/>
                  <a:pt x="21502" y="62"/>
                </a:quadBezTo>
                <a:quadBezTo>
                  <a:pt x="27721" y="0"/>
                  <a:pt x="32927" y="3419"/>
                </a:quadBezTo>
                <a:quadBezTo>
                  <a:pt x="38176" y="6866"/>
                  <a:pt x="40590" y="12665"/>
                </a:quadBezTo>
                <a:quadBezTo>
                  <a:pt x="43004" y="18462"/>
                  <a:pt x="41754" y="24616"/>
                </a:quadBezTo>
                <a:quadBezTo>
                  <a:pt x="40504" y="30772"/>
                  <a:pt x="36020" y="35167"/>
                </a:quadBezTo>
                <a:quadBezTo>
                  <a:pt x="31501" y="39691"/>
                  <a:pt x="31501" y="45306"/>
                </a:quadBezTo>
                <a:quadBezTo>
                  <a:pt x="31587" y="48301"/>
                  <a:pt x="29408" y="50357"/>
                </a:quadBezTo>
                <a:quadBezTo>
                  <a:pt x="29042" y="50745"/>
                  <a:pt x="28646" y="51062"/>
                </a:quadBezTo>
                <a:lnTo>
                  <a:pt x="28646" y="95883"/>
                </a:lnTo>
                <a:quadBezTo>
                  <a:pt x="28732" y="98878"/>
                  <a:pt x="26553" y="100935"/>
                </a:quadBezTo>
                <a:quadBezTo>
                  <a:pt x="24497" y="103113"/>
                  <a:pt x="21502" y="103027"/>
                </a:quadBezTo>
                <a:quadBezTo>
                  <a:pt x="18507" y="103113"/>
                  <a:pt x="16450" y="100935"/>
                </a:quadBezTo>
                <a:quadBezTo>
                  <a:pt x="14272" y="98878"/>
                  <a:pt x="14358" y="95883"/>
                </a:quadBezTo>
                <a:lnTo>
                  <a:pt x="14358" y="51062"/>
                </a:lnTo>
                <a:quadBezTo>
                  <a:pt x="13962" y="50745"/>
                  <a:pt x="13595" y="50357"/>
                </a:quadBezTo>
                <a:quadBezTo>
                  <a:pt x="11417" y="48301"/>
                  <a:pt x="11503" y="45306"/>
                </a:quadBezTo>
                <a:close/>
                <a:moveTo>
                  <a:pt x="27752" y="21773"/>
                </a:moveTo>
                <a:quadBezTo>
                  <a:pt x="28130" y="19911"/>
                  <a:pt x="27400" y="18156"/>
                </a:quadBezTo>
                <a:quadBezTo>
                  <a:pt x="26670" y="16403"/>
                  <a:pt x="25084" y="15362"/>
                </a:quadBezTo>
                <a:quadBezTo>
                  <a:pt x="23500" y="14321"/>
                  <a:pt x="21606" y="14349"/>
                </a:quadBezTo>
                <a:lnTo>
                  <a:pt x="21502" y="14350"/>
                </a:lnTo>
                <a:lnTo>
                  <a:pt x="21398" y="14349"/>
                </a:lnTo>
                <a:quadBezTo>
                  <a:pt x="19504" y="14321"/>
                  <a:pt x="17919" y="15362"/>
                </a:quadBezTo>
                <a:quadBezTo>
                  <a:pt x="16334" y="16403"/>
                  <a:pt x="15604" y="18156"/>
                </a:quadBezTo>
                <a:quadBezTo>
                  <a:pt x="14873" y="19911"/>
                  <a:pt x="15251" y="21773"/>
                </a:quadBezTo>
                <a:quadBezTo>
                  <a:pt x="15522" y="23104"/>
                  <a:pt x="16318" y="24190"/>
                </a:quadBezTo>
                <a:quadBezTo>
                  <a:pt x="16383" y="24125"/>
                  <a:pt x="16450" y="24062"/>
                </a:quadBezTo>
                <a:quadBezTo>
                  <a:pt x="18507" y="21883"/>
                  <a:pt x="21502" y="21970"/>
                </a:quadBezTo>
                <a:quadBezTo>
                  <a:pt x="24497" y="21883"/>
                  <a:pt x="26553" y="24062"/>
                </a:quadBezTo>
                <a:quadBezTo>
                  <a:pt x="26622" y="24127"/>
                  <a:pt x="26690" y="24194"/>
                </a:quadBezTo>
                <a:quadBezTo>
                  <a:pt x="27478" y="23124"/>
                  <a:pt x="27752" y="21773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Ellipse"/>
          <p:cNvSpPr/>
          <p:nvPr/>
        </p:nvSpPr>
        <p:spPr>
          <a:xfrm>
            <a:off x="9534525" y="1476375"/>
            <a:ext cx="24765" cy="2476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Ellipse"/>
          <p:cNvSpPr/>
          <p:nvPr/>
        </p:nvSpPr>
        <p:spPr>
          <a:xfrm>
            <a:off x="9563100" y="1476375"/>
            <a:ext cx="24765" cy="2476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Ellipse"/>
          <p:cNvSpPr/>
          <p:nvPr/>
        </p:nvSpPr>
        <p:spPr>
          <a:xfrm>
            <a:off x="9582150" y="1476375"/>
            <a:ext cx="24765" cy="2476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Path"/>
          <p:cNvSpPr/>
          <p:nvPr/>
        </p:nvSpPr>
        <p:spPr>
          <a:xfrm>
            <a:off x="13156320" y="1450095"/>
            <a:ext cx="109624" cy="71610"/>
          </a:xfrm>
          <a:custGeom>
            <a:avLst/>
            <a:gdLst/>
            <a:ahLst/>
            <a:cxnLst/>
            <a:rect l="0" t="0" r="r" b="b"/>
            <a:pathLst>
              <a:path w="109624" h="71610">
                <a:moveTo>
                  <a:pt x="7230" y="86"/>
                </a:moveTo>
                <a:lnTo>
                  <a:pt x="73905" y="86"/>
                </a:lnTo>
                <a:quadBezTo>
                  <a:pt x="88700" y="86"/>
                  <a:pt x="99162" y="10548"/>
                </a:quadBezTo>
                <a:quadBezTo>
                  <a:pt x="109624" y="21010"/>
                  <a:pt x="109624" y="35805"/>
                </a:quadBezTo>
                <a:quadBezTo>
                  <a:pt x="109624" y="50600"/>
                  <a:pt x="99162" y="61062"/>
                </a:quadBezTo>
                <a:quadBezTo>
                  <a:pt x="88700" y="71524"/>
                  <a:pt x="73905" y="71524"/>
                </a:quadBezTo>
                <a:lnTo>
                  <a:pt x="45330" y="71524"/>
                </a:lnTo>
                <a:quadBezTo>
                  <a:pt x="42335" y="71610"/>
                  <a:pt x="40279" y="69431"/>
                </a:quadBezTo>
                <a:quadBezTo>
                  <a:pt x="38100" y="67375"/>
                  <a:pt x="38186" y="64380"/>
                </a:quadBezTo>
                <a:quadBezTo>
                  <a:pt x="38100" y="61385"/>
                  <a:pt x="40279" y="59329"/>
                </a:quadBezTo>
                <a:quadBezTo>
                  <a:pt x="42335" y="57150"/>
                  <a:pt x="45330" y="57236"/>
                </a:quadBezTo>
                <a:lnTo>
                  <a:pt x="73905" y="57236"/>
                </a:lnTo>
                <a:quadBezTo>
                  <a:pt x="82782" y="57236"/>
                  <a:pt x="89059" y="50959"/>
                </a:quadBezTo>
                <a:quadBezTo>
                  <a:pt x="95336" y="44682"/>
                  <a:pt x="95336" y="35805"/>
                </a:quadBezTo>
                <a:quadBezTo>
                  <a:pt x="95336" y="26928"/>
                  <a:pt x="89059" y="20651"/>
                </a:quadBezTo>
                <a:quadBezTo>
                  <a:pt x="82782" y="14374"/>
                  <a:pt x="73905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</a:path>
            </a:pathLst>
          </a:custGeom>
          <a:solidFill>
            <a:srgbClr val="DDD9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Path"/>
          <p:cNvSpPr/>
          <p:nvPr/>
        </p:nvSpPr>
        <p:spPr>
          <a:xfrm>
            <a:off x="13251570" y="1459620"/>
            <a:ext cx="38272" cy="62085"/>
          </a:xfrm>
          <a:custGeom>
            <a:avLst/>
            <a:gdLst/>
            <a:ahLst/>
            <a:cxnLst/>
            <a:rect l="0" t="0" r="r" b="b"/>
            <a:pathLst>
              <a:path w="38272" h="62085">
                <a:moveTo>
                  <a:pt x="36094" y="12281"/>
                </a:moveTo>
                <a:lnTo>
                  <a:pt x="17333" y="31042"/>
                </a:lnTo>
                <a:lnTo>
                  <a:pt x="36094" y="49804"/>
                </a:lnTo>
                <a:quadBezTo>
                  <a:pt x="38272" y="51860"/>
                  <a:pt x="38186" y="54855"/>
                </a:quadBezTo>
                <a:quadBezTo>
                  <a:pt x="38272" y="57850"/>
                  <a:pt x="36094" y="59906"/>
                </a:quadBezTo>
                <a:quadBezTo>
                  <a:pt x="34037" y="62085"/>
                  <a:pt x="31042" y="61999"/>
                </a:quadBezTo>
                <a:quadBezTo>
                  <a:pt x="28048" y="62085"/>
                  <a:pt x="25991" y="59906"/>
                </a:quadBezTo>
                <a:lnTo>
                  <a:pt x="2179" y="36094"/>
                </a:lnTo>
                <a:quadBezTo>
                  <a:pt x="0" y="34037"/>
                  <a:pt x="86" y="31042"/>
                </a:quadBezTo>
                <a:quadBezTo>
                  <a:pt x="0" y="28048"/>
                  <a:pt x="2179" y="25991"/>
                </a:quadBezTo>
                <a:lnTo>
                  <a:pt x="25991" y="2179"/>
                </a:lnTo>
                <a:quadBezTo>
                  <a:pt x="28048" y="0"/>
                  <a:pt x="31042" y="86"/>
                </a:quadBezTo>
                <a:quadBezTo>
                  <a:pt x="34037" y="0"/>
                  <a:pt x="36094" y="2179"/>
                </a:quadBezTo>
                <a:quadBezTo>
                  <a:pt x="38272" y="4235"/>
                  <a:pt x="38186" y="7230"/>
                </a:quadBezTo>
                <a:quadBezTo>
                  <a:pt x="38272" y="10225"/>
                  <a:pt x="36094" y="12281"/>
                </a:quadBezTo>
                <a:close/>
              </a:path>
            </a:pathLst>
          </a:custGeom>
          <a:solidFill>
            <a:srgbClr val="DDD9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Rectangle"/>
          <p:cNvSpPr/>
          <p:nvPr/>
        </p:nvSpPr>
        <p:spPr>
          <a:xfrm>
            <a:off x="5719763" y="1281113"/>
            <a:ext cx="7991475" cy="409575"/>
          </a:xfrm>
          <a:prstGeom prst="rect">
            <a:avLst/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Box"/>
          <p:cNvSpPr txBox="1"/>
          <p:nvPr/>
        </p:nvSpPr>
        <p:spPr>
          <a:xfrm>
            <a:off x="6096000" y="1924050"/>
            <a:ext cx="5486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zh-CN" sz="1200">
                <a:solidFill>
                  <a:srgbClr val="1A1A17"/>
                </a:solidFill>
                <a:latin typeface="Inter"/>
                <a:ea typeface="Inter"/>
                <a:cs typeface="Inter"/>
              </a:rPr>
              <a:t>写完立刻就存，进程被杀也不丢字。网络断了、服务器找不到了，字都还在本机。</a:t>
            </a:r>
          </a:p>
        </p:txBody>
      </p:sp>
      <p:sp>
        <p:nvSpPr>
          <p:cNvPr id="124" name="TextBox"/>
          <p:cNvSpPr txBox="1"/>
          <p:nvPr/>
        </p:nvSpPr>
        <p:spPr>
          <a:xfrm>
            <a:off x="6096000" y="2343150"/>
            <a:ext cx="57150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25"/>
              </a:lnSpc>
            </a:pPr>
            <a:r>
              <a:rPr lang="zh-CN" sz="1125">
                <a:solidFill>
                  <a:srgbClr val="4B4B44"/>
                </a:solidFill>
                <a:latin typeface="Inter"/>
                <a:ea typeface="Inter"/>
                <a:cs typeface="Inter"/>
              </a:rPr>
              <a:t>同步不是前提，它只是一扇后台的门。门关着、排队、或者坏了——都不影响写字这件事。</a:t>
            </a:r>
          </a:p>
        </p:txBody>
      </p:sp>
      <p:sp>
        <p:nvSpPr>
          <p:cNvPr id="125" name="Rectangle"/>
          <p:cNvSpPr/>
          <p:nvPr/>
        </p:nvSpPr>
        <p:spPr>
          <a:xfrm>
            <a:off x="6086475" y="2895600"/>
            <a:ext cx="142875" cy="142875"/>
          </a:xfrm>
          <a:prstGeom prst="roundRect">
            <a:avLst>
              <a:gd name="adj" fmla="val 23333"/>
            </a:avLst>
          </a:prstGeom>
          <a:solidFill>
            <a:srgbClr val="1F6B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Rectangle"/>
          <p:cNvSpPr/>
          <p:nvPr/>
        </p:nvSpPr>
        <p:spPr>
          <a:xfrm>
            <a:off x="6086475" y="2895600"/>
            <a:ext cx="142875" cy="142875"/>
          </a:xfrm>
          <a:prstGeom prst="roundRect">
            <a:avLst>
              <a:gd name="adj" fmla="val 23333"/>
            </a:avLst>
          </a:prstGeom>
          <a:noFill/>
          <a:ln w="14288">
            <a:solidFill>
              <a:srgbClr val="1F6B4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7" name="Path"/>
          <p:cNvSpPr/>
          <p:nvPr/>
        </p:nvSpPr>
        <p:spPr>
          <a:xfrm>
            <a:off x="6220674" y="2924828"/>
            <a:ext cx="88033" cy="68983"/>
          </a:xfrm>
          <a:custGeom>
            <a:avLst/>
            <a:gdLst/>
            <a:ahLst/>
            <a:cxnLst/>
            <a:rect l="0" t="0" r="r" b="b"/>
            <a:pathLst>
              <a:path w="88033" h="68983">
                <a:moveTo>
                  <a:pt x="14738" y="29480"/>
                </a:moveTo>
                <a:lnTo>
                  <a:pt x="33074" y="47817"/>
                </a:lnTo>
                <a:lnTo>
                  <a:pt x="72754" y="3177"/>
                </a:lnTo>
                <a:quadBezTo>
                  <a:pt x="75064" y="422"/>
                  <a:pt x="78658" y="314"/>
                </a:quadBezTo>
                <a:quadBezTo>
                  <a:pt x="82239" y="0"/>
                  <a:pt x="84856" y="2465"/>
                </a:quadBezTo>
                <a:quadBezTo>
                  <a:pt x="87611" y="4775"/>
                  <a:pt x="87719" y="8369"/>
                </a:quadBezTo>
                <a:quadBezTo>
                  <a:pt x="88033" y="11950"/>
                  <a:pt x="85568" y="14567"/>
                </a:quadBezTo>
                <a:lnTo>
                  <a:pt x="39848" y="66002"/>
                </a:lnTo>
                <a:quadBezTo>
                  <a:pt x="39764" y="66096"/>
                  <a:pt x="39678" y="66188"/>
                </a:quadBezTo>
                <a:quadBezTo>
                  <a:pt x="39592" y="66280"/>
                  <a:pt x="39503" y="66369"/>
                </a:quadBezTo>
                <a:quadBezTo>
                  <a:pt x="37035" y="68983"/>
                  <a:pt x="33441" y="68879"/>
                </a:quadBezTo>
                <a:quadBezTo>
                  <a:pt x="29847" y="68983"/>
                  <a:pt x="27379" y="66369"/>
                </a:quadBezTo>
                <a:lnTo>
                  <a:pt x="2614" y="41604"/>
                </a:lnTo>
                <a:quadBezTo>
                  <a:pt x="0" y="39136"/>
                  <a:pt x="103" y="35542"/>
                </a:quadBezTo>
                <a:quadBezTo>
                  <a:pt x="0" y="31948"/>
                  <a:pt x="2614" y="29480"/>
                </a:quadBezTo>
                <a:quadBezTo>
                  <a:pt x="5082" y="26866"/>
                  <a:pt x="8676" y="26969"/>
                </a:quadBezTo>
                <a:quadBezTo>
                  <a:pt x="12270" y="26866"/>
                  <a:pt x="14738" y="2948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Box"/>
          <p:cNvSpPr txBox="1"/>
          <p:nvPr/>
        </p:nvSpPr>
        <p:spPr>
          <a:xfrm>
            <a:off x="6400800" y="287655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6B6A62"/>
                </a:solidFill>
                <a:latin typeface="Inter"/>
                <a:ea typeface="Inter"/>
                <a:cs typeface="Inter"/>
              </a:rPr>
              <a:t>已同步过一次</a:t>
            </a:r>
          </a:p>
        </p:txBody>
      </p:sp>
      <p:sp>
        <p:nvSpPr>
          <p:cNvPr id="129" name="Rectangle"/>
          <p:cNvSpPr/>
          <p:nvPr/>
        </p:nvSpPr>
        <p:spPr>
          <a:xfrm>
            <a:off x="6400800" y="2963089"/>
            <a:ext cx="857250" cy="9767"/>
          </a:xfrm>
          <a:prstGeom prst="rect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Rectangle"/>
          <p:cNvSpPr/>
          <p:nvPr/>
        </p:nvSpPr>
        <p:spPr>
          <a:xfrm>
            <a:off x="6124575" y="3314700"/>
            <a:ext cx="142875" cy="142875"/>
          </a:xfrm>
          <a:prstGeom prst="roundRect">
            <a:avLst>
              <a:gd name="adj" fmla="val 23333"/>
            </a:avLst>
          </a:prstGeom>
          <a:noFill/>
          <a:ln w="14288">
            <a:solidFill>
              <a:srgbClr val="6B6A6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Box"/>
          <p:cNvSpPr txBox="1"/>
          <p:nvPr/>
        </p:nvSpPr>
        <p:spPr>
          <a:xfrm>
            <a:off x="6400800" y="3295650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1A1A17"/>
                </a:solidFill>
                <a:latin typeface="Inter"/>
                <a:ea typeface="Inter"/>
                <a:cs typeface="Inter"/>
              </a:rPr>
              <a:t>同步失败时要说清为什么，并能重试</a:t>
            </a:r>
          </a:p>
        </p:txBody>
      </p:sp>
      <p:sp>
        <p:nvSpPr>
          <p:cNvPr id="132" name="Rectangle"/>
          <p:cNvSpPr/>
          <p:nvPr/>
        </p:nvSpPr>
        <p:spPr>
          <a:xfrm>
            <a:off x="6096000" y="3724275"/>
            <a:ext cx="7239000" cy="495300"/>
          </a:xfrm>
          <a:prstGeom prst="roundRect">
            <a:avLst>
              <a:gd name="adj" fmla="val 15384"/>
            </a:avLst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Box"/>
          <p:cNvSpPr txBox="1"/>
          <p:nvPr/>
        </p:nvSpPr>
        <p:spPr>
          <a:xfrm>
            <a:off x="6248400" y="3857625"/>
            <a:ext cx="34671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050">
                <a:solidFill>
                  <a:srgbClr val="4B4B44"/>
                </a:solidFill>
                <a:latin typeface="Inter"/>
                <a:ea typeface="Inter"/>
                <a:cs typeface="Inter"/>
              </a:rPr>
              <a:t>分歧的最坏结果只能是多出一份副本，不能是少掉一段话。</a:t>
            </a:r>
          </a:p>
        </p:txBody>
      </p:sp>
      <p:sp>
        <p:nvSpPr>
          <p:cNvPr id="134" name="Rectangle"/>
          <p:cNvSpPr/>
          <p:nvPr/>
        </p:nvSpPr>
        <p:spPr>
          <a:xfrm>
            <a:off x="6100763" y="3729038"/>
            <a:ext cx="7229475" cy="485775"/>
          </a:xfrm>
          <a:prstGeom prst="roundRect">
            <a:avLst>
              <a:gd name="adj" fmla="val 14705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Box"/>
          <p:cNvSpPr txBox="1"/>
          <p:nvPr/>
        </p:nvSpPr>
        <p:spPr>
          <a:xfrm>
            <a:off x="6096000" y="4371975"/>
            <a:ext cx="24288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25"/>
              </a:lnSpc>
            </a:pPr>
            <a:r>
              <a:rPr lang="zh-CN" sz="1125">
                <a:solidFill>
                  <a:srgbClr val="4B4B44"/>
                </a:solidFill>
                <a:latin typeface="Inter"/>
                <a:ea typeface="Inter"/>
                <a:cs typeface="Inter"/>
              </a:rPr>
              <a:t>下午去确认内网那台的代理例外清单。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714750" cy="803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371475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228600" y="180975"/>
            <a:ext cx="2588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05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9:41</a:t>
            </a:r>
          </a:p>
        </p:txBody>
      </p:sp>
      <p:sp>
        <p:nvSpPr>
          <p:cNvPr id="5" name="Path"/>
          <p:cNvSpPr/>
          <p:nvPr/>
        </p:nvSpPr>
        <p:spPr>
          <a:xfrm>
            <a:off x="3381375" y="209550"/>
            <a:ext cx="133350" cy="104775"/>
          </a:xfrm>
          <a:custGeom>
            <a:avLst/>
            <a:gdLst/>
            <a:ahLst/>
            <a:cxnLst/>
            <a:rect l="0" t="0" r="r" b="b"/>
            <a:pathLst>
              <a:path w="133350" h="104775">
                <a:moveTo>
                  <a:pt x="0" y="85725"/>
                </a:moveTo>
                <a:lnTo>
                  <a:pt x="19050" y="85725"/>
                </a:lnTo>
                <a:lnTo>
                  <a:pt x="19050" y="104775"/>
                </a:lnTo>
                <a:lnTo>
                  <a:pt x="0" y="104775"/>
                </a:lnTo>
                <a:lnTo>
                  <a:pt x="0" y="85725"/>
                </a:lnTo>
                <a:close/>
                <a:moveTo>
                  <a:pt x="38100" y="57150"/>
                </a:moveTo>
                <a:lnTo>
                  <a:pt x="57150" y="57150"/>
                </a:lnTo>
                <a:lnTo>
                  <a:pt x="57150" y="104775"/>
                </a:lnTo>
                <a:lnTo>
                  <a:pt x="38100" y="104775"/>
                </a:lnTo>
                <a:lnTo>
                  <a:pt x="38100" y="57150"/>
                </a:lnTo>
                <a:close/>
                <a:moveTo>
                  <a:pt x="76200" y="28575"/>
                </a:moveTo>
                <a:lnTo>
                  <a:pt x="95250" y="28575"/>
                </a:lnTo>
                <a:lnTo>
                  <a:pt x="95250" y="104775"/>
                </a:lnTo>
                <a:lnTo>
                  <a:pt x="76200" y="104775"/>
                </a:lnTo>
                <a:lnTo>
                  <a:pt x="76200" y="28575"/>
                </a:lnTo>
                <a:close/>
                <a:moveTo>
                  <a:pt x="114300" y="0"/>
                </a:moveTo>
                <a:lnTo>
                  <a:pt x="133350" y="0"/>
                </a:lnTo>
                <a:lnTo>
                  <a:pt x="133350" y="104775"/>
                </a:lnTo>
                <a:lnTo>
                  <a:pt x="114300" y="104775"/>
                </a:lnTo>
                <a:lnTo>
                  <a:pt x="114300" y="0"/>
                </a:lnTo>
                <a:close/>
              </a:path>
            </a:pathLst>
          </a:cu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ath"/>
          <p:cNvSpPr/>
          <p:nvPr/>
        </p:nvSpPr>
        <p:spPr>
          <a:xfrm>
            <a:off x="211845" y="735720"/>
            <a:ext cx="147810" cy="100185"/>
          </a:xfrm>
          <a:custGeom>
            <a:avLst/>
            <a:gdLst/>
            <a:ahLst/>
            <a:cxnLst/>
            <a:rect l="0" t="0" r="r" b="b"/>
            <a:pathLst>
              <a:path w="147810" h="100185">
                <a:moveTo>
                  <a:pt x="7230" y="86"/>
                </a:moveTo>
                <a:lnTo>
                  <a:pt x="140580" y="86"/>
                </a:lnTo>
                <a:quadBezTo>
                  <a:pt x="143575" y="0"/>
                  <a:pt x="145631" y="2179"/>
                </a:quadBezTo>
                <a:quadBezTo>
                  <a:pt x="147810" y="4235"/>
                  <a:pt x="147724" y="7230"/>
                </a:quadBezTo>
                <a:quadBezTo>
                  <a:pt x="147810" y="10225"/>
                  <a:pt x="145631" y="12281"/>
                </a:quadBezTo>
                <a:quadBezTo>
                  <a:pt x="143575" y="14460"/>
                  <a:pt x="140580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  <a:moveTo>
                  <a:pt x="7230" y="42949"/>
                </a:moveTo>
                <a:lnTo>
                  <a:pt x="140580" y="42949"/>
                </a:lnTo>
                <a:quadBezTo>
                  <a:pt x="143575" y="42863"/>
                  <a:pt x="145631" y="45041"/>
                </a:quadBezTo>
                <a:quadBezTo>
                  <a:pt x="147810" y="47098"/>
                  <a:pt x="147724" y="50092"/>
                </a:quadBezTo>
                <a:quadBezTo>
                  <a:pt x="147810" y="53087"/>
                  <a:pt x="145631" y="55144"/>
                </a:quadBezTo>
                <a:quadBezTo>
                  <a:pt x="143575" y="57322"/>
                  <a:pt x="140580" y="57236"/>
                </a:quadBezTo>
                <a:lnTo>
                  <a:pt x="7230" y="57236"/>
                </a:lnTo>
                <a:quadBezTo>
                  <a:pt x="4235" y="57322"/>
                  <a:pt x="2179" y="55144"/>
                </a:quadBezTo>
                <a:quadBezTo>
                  <a:pt x="0" y="53087"/>
                  <a:pt x="86" y="50092"/>
                </a:quadBezTo>
                <a:quadBezTo>
                  <a:pt x="0" y="47098"/>
                  <a:pt x="2179" y="45041"/>
                </a:quadBezTo>
                <a:quadBezTo>
                  <a:pt x="4235" y="42863"/>
                  <a:pt x="7230" y="42949"/>
                </a:quadBezTo>
                <a:close/>
                <a:moveTo>
                  <a:pt x="7230" y="85811"/>
                </a:moveTo>
                <a:lnTo>
                  <a:pt x="140580" y="85811"/>
                </a:lnTo>
                <a:quadBezTo>
                  <a:pt x="143575" y="85725"/>
                  <a:pt x="145631" y="87904"/>
                </a:quadBezTo>
                <a:quadBezTo>
                  <a:pt x="147810" y="89960"/>
                  <a:pt x="147724" y="92955"/>
                </a:quadBezTo>
                <a:quadBezTo>
                  <a:pt x="147810" y="95950"/>
                  <a:pt x="145631" y="98006"/>
                </a:quadBezTo>
                <a:quadBezTo>
                  <a:pt x="143575" y="100185"/>
                  <a:pt x="140580" y="100099"/>
                </a:quadBezTo>
                <a:lnTo>
                  <a:pt x="7230" y="100099"/>
                </a:lnTo>
                <a:quadBezTo>
                  <a:pt x="4235" y="100185"/>
                  <a:pt x="2179" y="98006"/>
                </a:quadBezTo>
                <a:quadBezTo>
                  <a:pt x="0" y="95950"/>
                  <a:pt x="86" y="92955"/>
                </a:quadBezTo>
                <a:quadBezTo>
                  <a:pt x="0" y="89960"/>
                  <a:pt x="2179" y="87904"/>
                </a:quadBezTo>
                <a:quadBezTo>
                  <a:pt x="4235" y="85725"/>
                  <a:pt x="7230" y="85811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533525" y="685800"/>
            <a:ext cx="6477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全部笔记</a:t>
            </a:r>
          </a:p>
        </p:txBody>
      </p:sp>
      <p:sp>
        <p:nvSpPr>
          <p:cNvPr id="8" name="Ellipse"/>
          <p:cNvSpPr/>
          <p:nvPr/>
        </p:nvSpPr>
        <p:spPr>
          <a:xfrm>
            <a:off x="3333750" y="714375"/>
            <a:ext cx="142875" cy="142875"/>
          </a:xfrm>
          <a:prstGeom prst="ellipse">
            <a:avLst/>
          </a:prstGeom>
          <a:noFill/>
          <a:ln w="14288">
            <a:solidFill>
              <a:srgbClr val="6B6A6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Ellipse"/>
          <p:cNvSpPr/>
          <p:nvPr/>
        </p:nvSpPr>
        <p:spPr>
          <a:xfrm>
            <a:off x="3476625" y="762000"/>
            <a:ext cx="45720" cy="45720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0" y="1047750"/>
            <a:ext cx="3714750" cy="419100"/>
          </a:xfrm>
          <a:prstGeom prst="roundRect">
            <a:avLst>
              <a:gd name="adj" fmla="val 18181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123825" y="1181100"/>
            <a:ext cx="5334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6B6A62"/>
                </a:solidFill>
                <a:latin typeface="Inter"/>
                <a:ea typeface="Inter"/>
                <a:cs typeface="Inter"/>
              </a:rPr>
              <a:t>搜索笔记</a:t>
            </a:r>
          </a:p>
        </p:txBody>
      </p:sp>
      <p:sp>
        <p:nvSpPr>
          <p:cNvPr id="12" name="Path"/>
          <p:cNvSpPr/>
          <p:nvPr/>
        </p:nvSpPr>
        <p:spPr>
          <a:xfrm>
            <a:off x="3431295" y="1211970"/>
            <a:ext cx="90660" cy="90660"/>
          </a:xfrm>
          <a:custGeom>
            <a:avLst/>
            <a:gdLst/>
            <a:ahLst/>
            <a:cxnLst/>
            <a:rect l="0" t="0" r="r" b="b"/>
            <a:pathLst>
              <a:path w="90660" h="90660">
                <a:moveTo>
                  <a:pt x="88481" y="12281"/>
                </a:moveTo>
                <a:lnTo>
                  <a:pt x="55433" y="45330"/>
                </a:lnTo>
                <a:lnTo>
                  <a:pt x="88481" y="78379"/>
                </a:lnTo>
                <a:quadBezTo>
                  <a:pt x="90660" y="80435"/>
                  <a:pt x="90574" y="83430"/>
                </a:quadBezTo>
                <a:quadBezTo>
                  <a:pt x="90660" y="86425"/>
                  <a:pt x="88481" y="88481"/>
                </a:quadBezTo>
                <a:quadBezTo>
                  <a:pt x="86425" y="90660"/>
                  <a:pt x="83430" y="90574"/>
                </a:quadBezTo>
                <a:quadBezTo>
                  <a:pt x="80435" y="90660"/>
                  <a:pt x="78379" y="88481"/>
                </a:quadBezTo>
                <a:lnTo>
                  <a:pt x="45330" y="55433"/>
                </a:lnTo>
                <a:lnTo>
                  <a:pt x="12281" y="88481"/>
                </a:lnTo>
                <a:quadBezTo>
                  <a:pt x="10225" y="90660"/>
                  <a:pt x="7230" y="90574"/>
                </a:quadBezTo>
                <a:quadBezTo>
                  <a:pt x="4235" y="90660"/>
                  <a:pt x="2179" y="88481"/>
                </a:quadBezTo>
                <a:quadBezTo>
                  <a:pt x="0" y="86425"/>
                  <a:pt x="86" y="83430"/>
                </a:quadBezTo>
                <a:quadBezTo>
                  <a:pt x="0" y="80435"/>
                  <a:pt x="2179" y="78379"/>
                </a:quadBezTo>
                <a:lnTo>
                  <a:pt x="35227" y="45330"/>
                </a:ln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lnTo>
                  <a:pt x="45330" y="35227"/>
                </a:lnTo>
                <a:lnTo>
                  <a:pt x="78379" y="2179"/>
                </a:lnTo>
                <a:quadBezTo>
                  <a:pt x="80435" y="0"/>
                  <a:pt x="83430" y="86"/>
                </a:quadBezTo>
                <a:quadBezTo>
                  <a:pt x="86425" y="0"/>
                  <a:pt x="88481" y="2179"/>
                </a:quadBezTo>
                <a:quadBezTo>
                  <a:pt x="90660" y="4235"/>
                  <a:pt x="90574" y="7230"/>
                </a:quadBezTo>
                <a:quadBezTo>
                  <a:pt x="90660" y="10225"/>
                  <a:pt x="88481" y="12281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0" y="1466850"/>
            <a:ext cx="3714750" cy="838200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52400" y="16002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同步徽标要能区分四种状态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52400" y="1838325"/>
            <a:ext cx="1981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正在同步时转圈，没在同步时静止。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52400" y="2076450"/>
            <a:ext cx="776501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会议记录 · 14:22</a:t>
            </a:r>
          </a:p>
        </p:txBody>
      </p:sp>
      <p:sp>
        <p:nvSpPr>
          <p:cNvPr id="17" name="Rectangle"/>
          <p:cNvSpPr/>
          <p:nvPr/>
        </p:nvSpPr>
        <p:spPr>
          <a:xfrm>
            <a:off x="0" y="2305050"/>
            <a:ext cx="3714750" cy="838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52400" y="2438400"/>
            <a:ext cx="128587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内网部署与代理配置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52400" y="2676525"/>
            <a:ext cx="136207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代理按每台设备一份配。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52400" y="2914650"/>
            <a:ext cx="507299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昨天 22:14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228725" y="3371850"/>
            <a:ext cx="126236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共 128 条 · 按更新时间排列</a:t>
            </a:r>
          </a:p>
        </p:txBody>
      </p:sp>
      <p:sp>
        <p:nvSpPr>
          <p:cNvPr id="22" name="Rectangle"/>
          <p:cNvSpPr/>
          <p:nvPr/>
        </p:nvSpPr>
        <p:spPr>
          <a:xfrm>
            <a:off x="114300" y="7239000"/>
            <a:ext cx="348615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Path"/>
          <p:cNvSpPr/>
          <p:nvPr/>
        </p:nvSpPr>
        <p:spPr>
          <a:xfrm>
            <a:off x="364245" y="7431795"/>
            <a:ext cx="147810" cy="100185"/>
          </a:xfrm>
          <a:custGeom>
            <a:avLst/>
            <a:gdLst/>
            <a:ahLst/>
            <a:cxnLst/>
            <a:rect l="0" t="0" r="r" b="b"/>
            <a:pathLst>
              <a:path w="147810" h="100185">
                <a:moveTo>
                  <a:pt x="7230" y="86"/>
                </a:moveTo>
                <a:lnTo>
                  <a:pt x="140580" y="86"/>
                </a:lnTo>
                <a:quadBezTo>
                  <a:pt x="143575" y="0"/>
                  <a:pt x="145631" y="2179"/>
                </a:quadBezTo>
                <a:quadBezTo>
                  <a:pt x="147810" y="4235"/>
                  <a:pt x="147724" y="7230"/>
                </a:quadBezTo>
                <a:quadBezTo>
                  <a:pt x="147810" y="10225"/>
                  <a:pt x="145631" y="12281"/>
                </a:quadBezTo>
                <a:quadBezTo>
                  <a:pt x="143575" y="14460"/>
                  <a:pt x="140580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  <a:moveTo>
                  <a:pt x="7230" y="42949"/>
                </a:moveTo>
                <a:lnTo>
                  <a:pt x="140580" y="42949"/>
                </a:lnTo>
                <a:quadBezTo>
                  <a:pt x="143575" y="42863"/>
                  <a:pt x="145631" y="45041"/>
                </a:quadBezTo>
                <a:quadBezTo>
                  <a:pt x="147810" y="47098"/>
                  <a:pt x="147724" y="50092"/>
                </a:quadBezTo>
                <a:quadBezTo>
                  <a:pt x="147810" y="53087"/>
                  <a:pt x="145631" y="55144"/>
                </a:quadBezTo>
                <a:quadBezTo>
                  <a:pt x="143575" y="57322"/>
                  <a:pt x="140580" y="57236"/>
                </a:quadBezTo>
                <a:lnTo>
                  <a:pt x="7230" y="57236"/>
                </a:lnTo>
                <a:quadBezTo>
                  <a:pt x="4235" y="57322"/>
                  <a:pt x="2179" y="55144"/>
                </a:quadBezTo>
                <a:quadBezTo>
                  <a:pt x="0" y="53087"/>
                  <a:pt x="86" y="50092"/>
                </a:quadBezTo>
                <a:quadBezTo>
                  <a:pt x="0" y="47098"/>
                  <a:pt x="2179" y="45041"/>
                </a:quadBezTo>
                <a:quadBezTo>
                  <a:pt x="4235" y="42863"/>
                  <a:pt x="7230" y="42949"/>
                </a:quadBezTo>
                <a:close/>
                <a:moveTo>
                  <a:pt x="7230" y="85811"/>
                </a:moveTo>
                <a:lnTo>
                  <a:pt x="140580" y="85811"/>
                </a:lnTo>
                <a:quadBezTo>
                  <a:pt x="143575" y="85725"/>
                  <a:pt x="145631" y="87904"/>
                </a:quadBezTo>
                <a:quadBezTo>
                  <a:pt x="147810" y="89960"/>
                  <a:pt x="147724" y="92955"/>
                </a:quadBezTo>
                <a:quadBezTo>
                  <a:pt x="147810" y="95950"/>
                  <a:pt x="145631" y="98006"/>
                </a:quadBezTo>
                <a:quadBezTo>
                  <a:pt x="143575" y="100185"/>
                  <a:pt x="140580" y="100099"/>
                </a:quadBezTo>
                <a:lnTo>
                  <a:pt x="7230" y="100099"/>
                </a:lnTo>
                <a:quadBezTo>
                  <a:pt x="4235" y="100185"/>
                  <a:pt x="2179" y="98006"/>
                </a:quadBezTo>
                <a:quadBezTo>
                  <a:pt x="0" y="95950"/>
                  <a:pt x="86" y="92955"/>
                </a:quadBezTo>
                <a:quadBezTo>
                  <a:pt x="0" y="89960"/>
                  <a:pt x="2179" y="87904"/>
                </a:quadBezTo>
                <a:quadBezTo>
                  <a:pt x="4235" y="85725"/>
                  <a:pt x="7230" y="85811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342900" y="760095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6B6A62"/>
                </a:solidFill>
                <a:latin typeface="Inter"/>
                <a:ea typeface="Inter"/>
                <a:cs typeface="Inter"/>
              </a:rPr>
              <a:t>菜单</a:t>
            </a:r>
          </a:p>
        </p:txBody>
      </p:sp>
      <p:sp>
        <p:nvSpPr>
          <p:cNvPr id="25" name="Rectangle"/>
          <p:cNvSpPr/>
          <p:nvPr/>
        </p:nvSpPr>
        <p:spPr>
          <a:xfrm>
            <a:off x="923925" y="7296150"/>
            <a:ext cx="1104900" cy="495300"/>
          </a:xfrm>
          <a:prstGeom prst="roundRect">
            <a:avLst>
              <a:gd name="adj" fmla="val 50000"/>
            </a:avLst>
          </a:pr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Path"/>
          <p:cNvSpPr/>
          <p:nvPr/>
        </p:nvSpPr>
        <p:spPr>
          <a:xfrm>
            <a:off x="1154820" y="7498470"/>
            <a:ext cx="100185" cy="100185"/>
          </a:xfrm>
          <a:custGeom>
            <a:avLst/>
            <a:gdLst/>
            <a:ahLst/>
            <a:cxnLst/>
            <a:rect l="0" t="0" r="r" b="b"/>
            <a:pathLst>
              <a:path w="100185" h="100185">
                <a:moveTo>
                  <a:pt x="57236" y="7230"/>
                </a:moveTo>
                <a:lnTo>
                  <a:pt x="57236" y="42949"/>
                </a:lnTo>
                <a:lnTo>
                  <a:pt x="92955" y="42949"/>
                </a:lnTo>
                <a:quadBezTo>
                  <a:pt x="95950" y="42863"/>
                  <a:pt x="98006" y="45041"/>
                </a:quadBezTo>
                <a:quadBezTo>
                  <a:pt x="100185" y="47098"/>
                  <a:pt x="100099" y="50092"/>
                </a:quadBezTo>
                <a:quadBezTo>
                  <a:pt x="100185" y="53087"/>
                  <a:pt x="98006" y="55144"/>
                </a:quadBezTo>
                <a:quadBezTo>
                  <a:pt x="95950" y="57322"/>
                  <a:pt x="92955" y="57236"/>
                </a:quadBezTo>
                <a:lnTo>
                  <a:pt x="57236" y="57236"/>
                </a:lnTo>
                <a:lnTo>
                  <a:pt x="57236" y="92955"/>
                </a:lnTo>
                <a:quadBezTo>
                  <a:pt x="57322" y="95950"/>
                  <a:pt x="55144" y="98006"/>
                </a:quadBezTo>
                <a:quadBezTo>
                  <a:pt x="53087" y="100185"/>
                  <a:pt x="50092" y="100099"/>
                </a:quadBezTo>
                <a:quadBezTo>
                  <a:pt x="47098" y="100185"/>
                  <a:pt x="45041" y="98006"/>
                </a:quadBezTo>
                <a:quadBezTo>
                  <a:pt x="42863" y="95950"/>
                  <a:pt x="42949" y="92955"/>
                </a:quadBezTo>
                <a:lnTo>
                  <a:pt x="42949" y="57236"/>
                </a:lnTo>
                <a:lnTo>
                  <a:pt x="7230" y="57236"/>
                </a:lnTo>
                <a:quadBezTo>
                  <a:pt x="4235" y="57322"/>
                  <a:pt x="2179" y="55144"/>
                </a:quadBezTo>
                <a:quadBezTo>
                  <a:pt x="0" y="53087"/>
                  <a:pt x="86" y="50092"/>
                </a:quadBezTo>
                <a:quadBezTo>
                  <a:pt x="0" y="47098"/>
                  <a:pt x="2179" y="45041"/>
                </a:quadBezTo>
                <a:quadBezTo>
                  <a:pt x="4235" y="42863"/>
                  <a:pt x="7230" y="42949"/>
                </a:quadBezTo>
                <a:lnTo>
                  <a:pt x="42949" y="42949"/>
                </a:lnTo>
                <a:lnTo>
                  <a:pt x="42949" y="7230"/>
                </a:lnTo>
                <a:quadBezTo>
                  <a:pt x="42863" y="4235"/>
                  <a:pt x="45041" y="2179"/>
                </a:quadBezTo>
                <a:quadBezTo>
                  <a:pt x="47098" y="0"/>
                  <a:pt x="50092" y="86"/>
                </a:quadBezTo>
                <a:quadBezTo>
                  <a:pt x="53087" y="0"/>
                  <a:pt x="55144" y="2179"/>
                </a:quadBezTo>
                <a:quadBezTo>
                  <a:pt x="57322" y="4235"/>
                  <a:pt x="57236" y="72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1333500" y="74676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新建笔记</a:t>
            </a:r>
          </a:p>
        </p:txBody>
      </p:sp>
      <p:sp>
        <p:nvSpPr>
          <p:cNvPr id="28" name="Ellipse"/>
          <p:cNvSpPr/>
          <p:nvPr/>
        </p:nvSpPr>
        <p:spPr>
          <a:xfrm>
            <a:off x="2428875" y="7410450"/>
            <a:ext cx="142875" cy="142875"/>
          </a:xfrm>
          <a:prstGeom prst="ellipse">
            <a:avLst/>
          </a:prstGeom>
          <a:noFill/>
          <a:ln w="14288">
            <a:solidFill>
              <a:srgbClr val="6B6A6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9" name="Ellipse"/>
          <p:cNvSpPr/>
          <p:nvPr/>
        </p:nvSpPr>
        <p:spPr>
          <a:xfrm>
            <a:off x="2571750" y="7458075"/>
            <a:ext cx="45720" cy="45720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2428875" y="760095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6B6A62"/>
                </a:solidFill>
                <a:latin typeface="Inter"/>
                <a:ea typeface="Inter"/>
                <a:cs typeface="Inter"/>
              </a:rPr>
              <a:t>同步</a:t>
            </a:r>
          </a:p>
        </p:txBody>
      </p:sp>
      <p:sp>
        <p:nvSpPr>
          <p:cNvPr id="31" name="Ellipse"/>
          <p:cNvSpPr/>
          <p:nvPr/>
        </p:nvSpPr>
        <p:spPr>
          <a:xfrm>
            <a:off x="3181350" y="7458075"/>
            <a:ext cx="47625" cy="47625"/>
          </a:xfrm>
          <a:prstGeom prst="ellipse">
            <a:avLst/>
          </a:prstGeom>
          <a:noFill/>
          <a:ln w="14288">
            <a:solidFill>
              <a:srgbClr val="4B4B4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2" name="Path"/>
          <p:cNvSpPr/>
          <p:nvPr/>
        </p:nvSpPr>
        <p:spPr>
          <a:xfrm>
            <a:off x="3221745" y="7403220"/>
            <a:ext cx="157335" cy="157335"/>
          </a:xfrm>
          <a:custGeom>
            <a:avLst/>
            <a:gdLst/>
            <a:ahLst/>
            <a:cxnLst/>
            <a:rect l="0" t="0" r="r" b="b"/>
            <a:pathLst>
              <a:path w="157335" h="157335">
                <a:moveTo>
                  <a:pt x="85811" y="7230"/>
                </a:moveTo>
                <a:lnTo>
                  <a:pt x="85811" y="26280"/>
                </a:lnTo>
                <a:quadBezTo>
                  <a:pt x="85897" y="29275"/>
                  <a:pt x="83719" y="31331"/>
                </a:quadBezTo>
                <a:quadBezTo>
                  <a:pt x="81662" y="33510"/>
                  <a:pt x="78667" y="33424"/>
                </a:quadBezTo>
                <a:quadBezTo>
                  <a:pt x="75673" y="33510"/>
                  <a:pt x="73616" y="31331"/>
                </a:quadBezTo>
                <a:quadBezTo>
                  <a:pt x="71437" y="29275"/>
                  <a:pt x="71524" y="26280"/>
                </a:quadBezTo>
                <a:lnTo>
                  <a:pt x="71524" y="7230"/>
                </a:lnTo>
                <a:quadBezTo>
                  <a:pt x="71437" y="4235"/>
                  <a:pt x="73616" y="2179"/>
                </a:quadBezTo>
                <a:quadBezTo>
                  <a:pt x="75673" y="0"/>
                  <a:pt x="78667" y="86"/>
                </a:quadBezTo>
                <a:quadBezTo>
                  <a:pt x="81662" y="0"/>
                  <a:pt x="83719" y="2179"/>
                </a:quadBezTo>
                <a:quadBezTo>
                  <a:pt x="85897" y="4235"/>
                  <a:pt x="85811" y="7230"/>
                </a:quadBezTo>
                <a:close/>
                <a:moveTo>
                  <a:pt x="36469" y="46571"/>
                </a:moveTo>
                <a:lnTo>
                  <a:pt x="23134" y="33236"/>
                </a:lnTo>
                <a:quadBezTo>
                  <a:pt x="20955" y="31180"/>
                  <a:pt x="21041" y="28185"/>
                </a:quadBezTo>
                <a:quadBezTo>
                  <a:pt x="20955" y="25190"/>
                  <a:pt x="23134" y="23134"/>
                </a:quadBezTo>
                <a:quadBezTo>
                  <a:pt x="25190" y="20955"/>
                  <a:pt x="28185" y="21041"/>
                </a:quadBezTo>
                <a:quadBezTo>
                  <a:pt x="31180" y="20955"/>
                  <a:pt x="33236" y="23134"/>
                </a:quadBezTo>
                <a:lnTo>
                  <a:pt x="46571" y="36469"/>
                </a:lnTo>
                <a:quadBezTo>
                  <a:pt x="48750" y="38525"/>
                  <a:pt x="48664" y="41520"/>
                </a:quadBezTo>
                <a:quadBezTo>
                  <a:pt x="48750" y="44515"/>
                  <a:pt x="46571" y="46571"/>
                </a:quadBezTo>
                <a:quadBezTo>
                  <a:pt x="44515" y="48750"/>
                  <a:pt x="41520" y="48664"/>
                </a:quadBezTo>
                <a:quadBezTo>
                  <a:pt x="38525" y="48750"/>
                  <a:pt x="36469" y="46571"/>
                </a:quadBezTo>
                <a:close/>
                <a:moveTo>
                  <a:pt x="134201" y="33236"/>
                </a:moveTo>
                <a:lnTo>
                  <a:pt x="120866" y="46571"/>
                </a:lnTo>
                <a:quadBezTo>
                  <a:pt x="118810" y="48750"/>
                  <a:pt x="115815" y="48664"/>
                </a:quadBezTo>
                <a:quadBezTo>
                  <a:pt x="112820" y="48750"/>
                  <a:pt x="110764" y="46571"/>
                </a:quadBezTo>
                <a:quadBezTo>
                  <a:pt x="108585" y="44515"/>
                  <a:pt x="108671" y="41520"/>
                </a:quadBezTo>
                <a:quadBezTo>
                  <a:pt x="108585" y="38525"/>
                  <a:pt x="110764" y="36469"/>
                </a:quadBezTo>
                <a:lnTo>
                  <a:pt x="124099" y="23134"/>
                </a:lnTo>
                <a:quadBezTo>
                  <a:pt x="126155" y="20955"/>
                  <a:pt x="129150" y="21041"/>
                </a:quadBezTo>
                <a:quadBezTo>
                  <a:pt x="132145" y="20955"/>
                  <a:pt x="134201" y="23134"/>
                </a:quadBezTo>
                <a:quadBezTo>
                  <a:pt x="136380" y="25190"/>
                  <a:pt x="136294" y="28185"/>
                </a:quadBezTo>
                <a:quadBezTo>
                  <a:pt x="136380" y="31180"/>
                  <a:pt x="134201" y="33236"/>
                </a:quadBezTo>
                <a:close/>
                <a:moveTo>
                  <a:pt x="26280" y="85811"/>
                </a:moveTo>
                <a:lnTo>
                  <a:pt x="7230" y="85811"/>
                </a:lnTo>
                <a:quadBezTo>
                  <a:pt x="4235" y="85897"/>
                  <a:pt x="2179" y="83719"/>
                </a:quadBezTo>
                <a:quadBezTo>
                  <a:pt x="0" y="81662"/>
                  <a:pt x="86" y="78667"/>
                </a:quadBezTo>
                <a:quadBezTo>
                  <a:pt x="0" y="75673"/>
                  <a:pt x="2179" y="73616"/>
                </a:quadBezTo>
                <a:quadBezTo>
                  <a:pt x="4235" y="71437"/>
                  <a:pt x="7230" y="71524"/>
                </a:quadBezTo>
                <a:lnTo>
                  <a:pt x="26280" y="71524"/>
                </a:lnTo>
                <a:quadBezTo>
                  <a:pt x="29275" y="71437"/>
                  <a:pt x="31331" y="73616"/>
                </a:quadBezTo>
                <a:quadBezTo>
                  <a:pt x="33510" y="75673"/>
                  <a:pt x="33424" y="78667"/>
                </a:quadBezTo>
                <a:quadBezTo>
                  <a:pt x="33510" y="81662"/>
                  <a:pt x="31331" y="83719"/>
                </a:quadBezTo>
                <a:quadBezTo>
                  <a:pt x="29275" y="85897"/>
                  <a:pt x="26280" y="85811"/>
                </a:quadBezTo>
                <a:close/>
                <a:moveTo>
                  <a:pt x="150105" y="85811"/>
                </a:moveTo>
                <a:lnTo>
                  <a:pt x="131055" y="85811"/>
                </a:lnTo>
                <a:quadBezTo>
                  <a:pt x="128060" y="85897"/>
                  <a:pt x="126004" y="83719"/>
                </a:quadBezTo>
                <a:quadBezTo>
                  <a:pt x="123825" y="81662"/>
                  <a:pt x="123911" y="78667"/>
                </a:quadBezTo>
                <a:quadBezTo>
                  <a:pt x="123825" y="75673"/>
                  <a:pt x="126004" y="73616"/>
                </a:quadBezTo>
                <a:quadBezTo>
                  <a:pt x="128060" y="71437"/>
                  <a:pt x="131055" y="71524"/>
                </a:quadBezTo>
                <a:lnTo>
                  <a:pt x="150105" y="71524"/>
                </a:lnTo>
                <a:quadBezTo>
                  <a:pt x="153100" y="71437"/>
                  <a:pt x="155156" y="73616"/>
                </a:quadBezTo>
                <a:quadBezTo>
                  <a:pt x="157335" y="75673"/>
                  <a:pt x="157249" y="78667"/>
                </a:quadBezTo>
                <a:quadBezTo>
                  <a:pt x="157335" y="81662"/>
                  <a:pt x="155156" y="83719"/>
                </a:quadBezTo>
                <a:quadBezTo>
                  <a:pt x="153100" y="85897"/>
                  <a:pt x="150105" y="85811"/>
                </a:quadBezTo>
                <a:close/>
                <a:moveTo>
                  <a:pt x="46571" y="120866"/>
                </a:moveTo>
                <a:lnTo>
                  <a:pt x="33236" y="134201"/>
                </a:lnTo>
                <a:quadBezTo>
                  <a:pt x="31180" y="136380"/>
                  <a:pt x="28185" y="136294"/>
                </a:quadBezTo>
                <a:quadBezTo>
                  <a:pt x="25190" y="136380"/>
                  <a:pt x="23134" y="134201"/>
                </a:quadBezTo>
                <a:quadBezTo>
                  <a:pt x="20955" y="132145"/>
                  <a:pt x="21041" y="129150"/>
                </a:quadBezTo>
                <a:quadBezTo>
                  <a:pt x="20955" y="126155"/>
                  <a:pt x="23134" y="124099"/>
                </a:quadBezTo>
                <a:lnTo>
                  <a:pt x="36469" y="110764"/>
                </a:lnTo>
                <a:quadBezTo>
                  <a:pt x="38525" y="108585"/>
                  <a:pt x="41520" y="108671"/>
                </a:quadBezTo>
                <a:quadBezTo>
                  <a:pt x="44515" y="108585"/>
                  <a:pt x="46571" y="110764"/>
                </a:quadBezTo>
                <a:quadBezTo>
                  <a:pt x="48750" y="112820"/>
                  <a:pt x="48664" y="115815"/>
                </a:quadBezTo>
                <a:quadBezTo>
                  <a:pt x="48750" y="118810"/>
                  <a:pt x="46571" y="120866"/>
                </a:quadBezTo>
                <a:close/>
                <a:moveTo>
                  <a:pt x="124099" y="134201"/>
                </a:moveTo>
                <a:lnTo>
                  <a:pt x="110764" y="120866"/>
                </a:lnTo>
                <a:quadBezTo>
                  <a:pt x="108585" y="118810"/>
                  <a:pt x="108671" y="115815"/>
                </a:quadBezTo>
                <a:quadBezTo>
                  <a:pt x="108585" y="112820"/>
                  <a:pt x="110764" y="110764"/>
                </a:quadBezTo>
                <a:quadBezTo>
                  <a:pt x="112820" y="108585"/>
                  <a:pt x="115815" y="108671"/>
                </a:quadBezTo>
                <a:quadBezTo>
                  <a:pt x="118810" y="108585"/>
                  <a:pt x="120866" y="110764"/>
                </a:quadBezTo>
                <a:lnTo>
                  <a:pt x="134201" y="124099"/>
                </a:lnTo>
                <a:quadBezTo>
                  <a:pt x="136380" y="126155"/>
                  <a:pt x="136294" y="129150"/>
                </a:quadBezTo>
                <a:quadBezTo>
                  <a:pt x="136380" y="132145"/>
                  <a:pt x="134201" y="134201"/>
                </a:quadBezTo>
                <a:quadBezTo>
                  <a:pt x="132145" y="136380"/>
                  <a:pt x="129150" y="136294"/>
                </a:quadBezTo>
                <a:quadBezTo>
                  <a:pt x="126155" y="136380"/>
                  <a:pt x="124099" y="134201"/>
                </a:quadBezTo>
                <a:close/>
                <a:moveTo>
                  <a:pt x="85811" y="131055"/>
                </a:moveTo>
                <a:lnTo>
                  <a:pt x="85811" y="150105"/>
                </a:lnTo>
                <a:quadBezTo>
                  <a:pt x="85897" y="153100"/>
                  <a:pt x="83719" y="155156"/>
                </a:quadBezTo>
                <a:quadBezTo>
                  <a:pt x="81662" y="157335"/>
                  <a:pt x="78667" y="157249"/>
                </a:quadBezTo>
                <a:quadBezTo>
                  <a:pt x="75673" y="157335"/>
                  <a:pt x="73616" y="155156"/>
                </a:quadBezTo>
                <a:quadBezTo>
                  <a:pt x="71437" y="153100"/>
                  <a:pt x="71524" y="150105"/>
                </a:quadBezTo>
                <a:lnTo>
                  <a:pt x="71524" y="131055"/>
                </a:lnTo>
                <a:quadBezTo>
                  <a:pt x="71437" y="128060"/>
                  <a:pt x="73616" y="126004"/>
                </a:quadBezTo>
                <a:quadBezTo>
                  <a:pt x="75673" y="123825"/>
                  <a:pt x="78667" y="123911"/>
                </a:quadBezTo>
                <a:quadBezTo>
                  <a:pt x="81662" y="123825"/>
                  <a:pt x="83719" y="126004"/>
                </a:quadBezTo>
                <a:quadBezTo>
                  <a:pt x="85897" y="128060"/>
                  <a:pt x="85811" y="131055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3181350" y="760095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6B6A62"/>
                </a:solidFill>
                <a:latin typeface="Inter"/>
                <a:ea typeface="Inter"/>
                <a:cs typeface="Inter"/>
              </a:rPr>
              <a:t>设置</a:t>
            </a:r>
          </a:p>
        </p:txBody>
      </p:sp>
      <p:sp>
        <p:nvSpPr>
          <p:cNvPr id="34" name="Rectangle"/>
          <p:cNvSpPr/>
          <p:nvPr/>
        </p:nvSpPr>
        <p:spPr>
          <a:xfrm>
            <a:off x="119063" y="7243763"/>
            <a:ext cx="3476625" cy="6000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716000" cy="1123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381000" y="266700"/>
            <a:ext cx="2138248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 spc="-38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图标系统 · 全量规格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381000" y="619125"/>
            <a:ext cx="685910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全部 SVG，禁止用 Unicode 字形代替。字形随各平台字体回退变形，跨端必然不一致 —— 而这个产品是一份界面服务四端。</a:t>
            </a:r>
          </a:p>
        </p:txBody>
      </p:sp>
      <p:sp>
        <p:nvSpPr>
          <p:cNvPr id="5" name="Rectangle"/>
          <p:cNvSpPr/>
          <p:nvPr/>
        </p:nvSpPr>
        <p:spPr>
          <a:xfrm>
            <a:off x="0" y="1000125"/>
            <a:ext cx="13716000" cy="1304925"/>
          </a:xfrm>
          <a:prstGeom prst="roundRect">
            <a:avLst>
              <a:gd name="adj" fmla="val 5839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90500" y="1133475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统一规格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90500" y="1314450"/>
            <a:ext cx="3333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画布 16×16（底栏 20×20）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描边 1.5px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圆头圆角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视觉重心居中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3524250" y="1133475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三档尺寸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524250" y="1314450"/>
            <a:ext cx="33337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16 · 工具条、列表行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20 · 底栏、页头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44/52 · 触摸目标（容器非图标）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858000" y="1133475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颜色继承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858000" y="1314450"/>
            <a:ext cx="333375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默认 --body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激活/选中 --ink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危险 --danger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成功 --ok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静止提示 --mute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0191750" y="1133475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禁用态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191750" y="1314450"/>
            <a:ext cx="33337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不画灰图标。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能力不存在就不渲染那颗控件 ——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这是本项目每一颗假开关的教训。</a:t>
            </a:r>
          </a:p>
        </p:txBody>
      </p:sp>
      <p:sp>
        <p:nvSpPr>
          <p:cNvPr id="14" name="Rectangle"/>
          <p:cNvSpPr/>
          <p:nvPr/>
        </p:nvSpPr>
        <p:spPr>
          <a:xfrm>
            <a:off x="0" y="2305050"/>
            <a:ext cx="13716000" cy="1400175"/>
          </a:xfrm>
          <a:prstGeom prst="roundRect">
            <a:avLst>
              <a:gd name="adj" fmla="val 680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190500" y="2495550"/>
            <a:ext cx="13078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同步五格 · 语义不可改</a:t>
            </a:r>
          </a:p>
        </p:txBody>
      </p:sp>
      <p:sp>
        <p:nvSpPr>
          <p:cNvPr id="16" name="Rectangle"/>
          <p:cNvSpPr/>
          <p:nvPr/>
        </p:nvSpPr>
        <p:spPr>
          <a:xfrm>
            <a:off x="190500" y="2781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Ellipse"/>
          <p:cNvSpPr/>
          <p:nvPr/>
        </p:nvSpPr>
        <p:spPr>
          <a:xfrm>
            <a:off x="333375" y="2952750"/>
            <a:ext cx="119063" cy="119063"/>
          </a:xfrm>
          <a:prstGeom prst="ellipse">
            <a:avLst/>
          </a:prstGeom>
          <a:noFill/>
          <a:ln w="14288">
            <a:solidFill>
              <a:srgbClr val="1F6B4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Path"/>
          <p:cNvSpPr/>
          <p:nvPr/>
        </p:nvSpPr>
        <p:spPr>
          <a:xfrm>
            <a:off x="440445" y="2983473"/>
            <a:ext cx="67947" cy="52707"/>
          </a:xfrm>
          <a:custGeom>
            <a:avLst/>
            <a:gdLst/>
            <a:ahLst/>
            <a:cxnLst/>
            <a:rect l="0" t="0" r="r" b="b"/>
            <a:pathLst>
              <a:path w="67947" h="52707">
                <a:moveTo>
                  <a:pt x="12281" y="21376"/>
                </a:moveTo>
                <a:lnTo>
                  <a:pt x="26007" y="35102"/>
                </a:lnTo>
                <a:lnTo>
                  <a:pt x="55260" y="2598"/>
                </a:lnTo>
                <a:quadBezTo>
                  <a:pt x="57199" y="315"/>
                  <a:pt x="60194" y="243"/>
                </a:quadBezTo>
                <a:quadBezTo>
                  <a:pt x="63181" y="0"/>
                  <a:pt x="65349" y="2067"/>
                </a:quadBezTo>
                <a:quadBezTo>
                  <a:pt x="67632" y="4007"/>
                  <a:pt x="67704" y="7002"/>
                </a:quadBezTo>
                <a:quadBezTo>
                  <a:pt x="67947" y="9988"/>
                  <a:pt x="65880" y="12156"/>
                </a:quadBezTo>
                <a:lnTo>
                  <a:pt x="31590" y="50256"/>
                </a:lnTo>
                <a:quadBezTo>
                  <a:pt x="31527" y="50326"/>
                  <a:pt x="31462" y="50394"/>
                </a:quadBezTo>
                <a:quadBezTo>
                  <a:pt x="31398" y="50462"/>
                  <a:pt x="31331" y="50529"/>
                </a:quadBezTo>
                <a:quadBezTo>
                  <a:pt x="29275" y="52707"/>
                  <a:pt x="26280" y="52621"/>
                </a:quadBezTo>
                <a:quadBezTo>
                  <a:pt x="23285" y="52707"/>
                  <a:pt x="21229" y="50529"/>
                </a:quadBezTo>
                <a:lnTo>
                  <a:pt x="2179" y="31479"/>
                </a:lnTo>
                <a:quadBezTo>
                  <a:pt x="0" y="29422"/>
                  <a:pt x="86" y="26427"/>
                </a:quadBezTo>
                <a:quadBezTo>
                  <a:pt x="0" y="23433"/>
                  <a:pt x="2179" y="21376"/>
                </a:quadBezTo>
                <a:quadBezTo>
                  <a:pt x="4235" y="19197"/>
                  <a:pt x="7230" y="19284"/>
                </a:quadBezTo>
                <a:quadBezTo>
                  <a:pt x="10225" y="19197"/>
                  <a:pt x="12281" y="21376"/>
                </a:quadBezTo>
                <a:close/>
              </a:path>
            </a:pathLst>
          </a:custGeom>
          <a:solidFill>
            <a:srgbClr val="1F6B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742950" y="2781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ath"/>
          <p:cNvSpPr/>
          <p:nvPr/>
        </p:nvSpPr>
        <p:spPr>
          <a:xfrm>
            <a:off x="890993" y="2941253"/>
            <a:ext cx="127492" cy="130258"/>
          </a:xfrm>
          <a:custGeom>
            <a:avLst/>
            <a:gdLst/>
            <a:ahLst/>
            <a:cxnLst/>
            <a:rect l="0" t="0" r="r" b="b"/>
            <a:pathLst>
              <a:path w="127492" h="130258">
                <a:moveTo>
                  <a:pt x="127408" y="64641"/>
                </a:moveTo>
                <a:quadBezTo>
                  <a:pt x="127426" y="93999"/>
                  <a:pt x="104333" y="112128"/>
                </a:quadBezTo>
                <a:quadBezTo>
                  <a:pt x="81240" y="130258"/>
                  <a:pt x="52722" y="123275"/>
                </a:quadBezTo>
                <a:quadBezTo>
                  <a:pt x="24204" y="116292"/>
                  <a:pt x="12102" y="89545"/>
                </a:quadBezTo>
                <a:quadBezTo>
                  <a:pt x="0" y="62797"/>
                  <a:pt x="13584" y="36770"/>
                </a:quadBezTo>
                <a:quadBezTo>
                  <a:pt x="27168" y="10744"/>
                  <a:pt x="56033" y="5372"/>
                </a:quadBezTo>
                <a:quadBezTo>
                  <a:pt x="84897" y="0"/>
                  <a:pt x="106937" y="19396"/>
                </a:quadBezTo>
                <a:quadBezTo>
                  <a:pt x="109242" y="21310"/>
                  <a:pt x="109346" y="24304"/>
                </a:quadBezTo>
                <a:quadBezTo>
                  <a:pt x="109623" y="27287"/>
                  <a:pt x="107580" y="29478"/>
                </a:quadBezTo>
                <a:quadBezTo>
                  <a:pt x="105666" y="31783"/>
                  <a:pt x="102672" y="31888"/>
                </a:quadBezTo>
                <a:quadBezTo>
                  <a:pt x="99689" y="32165"/>
                  <a:pt x="97498" y="30122"/>
                </a:quadBezTo>
                <a:quadBezTo>
                  <a:pt x="80677" y="15318"/>
                  <a:pt x="58647" y="19418"/>
                </a:quadBezTo>
                <a:quadBezTo>
                  <a:pt x="36617" y="23518"/>
                  <a:pt x="26250" y="43381"/>
                </a:quadBezTo>
                <a:quadBezTo>
                  <a:pt x="15884" y="63243"/>
                  <a:pt x="25119" y="83655"/>
                </a:quadBezTo>
                <a:quadBezTo>
                  <a:pt x="34355" y="104068"/>
                  <a:pt x="56120" y="109397"/>
                </a:quadBezTo>
                <a:quadBezTo>
                  <a:pt x="77886" y="114727"/>
                  <a:pt x="95510" y="100890"/>
                </a:quadBezTo>
                <a:quadBezTo>
                  <a:pt x="113135" y="87054"/>
                  <a:pt x="113120" y="64650"/>
                </a:quadBezTo>
                <a:quadBezTo>
                  <a:pt x="113032" y="61656"/>
                  <a:pt x="115209" y="59598"/>
                </a:quadBezTo>
                <a:quadBezTo>
                  <a:pt x="117265" y="57418"/>
                  <a:pt x="120259" y="57502"/>
                </a:quadBezTo>
                <a:quadBezTo>
                  <a:pt x="123254" y="57414"/>
                  <a:pt x="125312" y="59591"/>
                </a:quadBezTo>
                <a:quadBezTo>
                  <a:pt x="127492" y="61647"/>
                  <a:pt x="127408" y="64641"/>
                </a:quadBezTo>
                <a:close/>
              </a:path>
            </a:pathLst>
          </a:custGeom>
          <a:solidFill>
            <a:srgbClr val="2446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ath"/>
          <p:cNvSpPr/>
          <p:nvPr/>
        </p:nvSpPr>
        <p:spPr>
          <a:xfrm>
            <a:off x="1002420" y="2993145"/>
            <a:ext cx="36367" cy="36367"/>
          </a:xfrm>
          <a:custGeom>
            <a:avLst/>
            <a:gdLst/>
            <a:ahLst/>
            <a:cxnLst/>
            <a:rect l="0" t="0" r="r" b="b"/>
            <a:pathLst>
              <a:path w="36367" h="36367">
                <a:moveTo>
                  <a:pt x="36281" y="7230"/>
                </a:moveTo>
                <a:lnTo>
                  <a:pt x="36281" y="29137"/>
                </a:lnTo>
                <a:quadBezTo>
                  <a:pt x="36367" y="32132"/>
                  <a:pt x="34189" y="34189"/>
                </a:quadBezTo>
                <a:quadBezTo>
                  <a:pt x="32132" y="36367"/>
                  <a:pt x="29137" y="36281"/>
                </a:quadBezTo>
                <a:lnTo>
                  <a:pt x="7230" y="36281"/>
                </a:lnTo>
                <a:quadBezTo>
                  <a:pt x="4235" y="36367"/>
                  <a:pt x="2179" y="34189"/>
                </a:quadBezTo>
                <a:quadBezTo>
                  <a:pt x="0" y="32132"/>
                  <a:pt x="86" y="29137"/>
                </a:quadBezTo>
                <a:quadBezTo>
                  <a:pt x="0" y="26143"/>
                  <a:pt x="2179" y="24086"/>
                </a:quadBezTo>
                <a:quadBezTo>
                  <a:pt x="4235" y="21907"/>
                  <a:pt x="7230" y="21994"/>
                </a:quadBezTo>
                <a:lnTo>
                  <a:pt x="21994" y="21994"/>
                </a:lnTo>
                <a:lnTo>
                  <a:pt x="21994" y="7230"/>
                </a:lnTo>
                <a:quadBezTo>
                  <a:pt x="21907" y="4235"/>
                  <a:pt x="24086" y="2179"/>
                </a:quadBezTo>
                <a:quadBezTo>
                  <a:pt x="26143" y="0"/>
                  <a:pt x="29137" y="86"/>
                </a:quadBezTo>
                <a:quadBezTo>
                  <a:pt x="32132" y="0"/>
                  <a:pt x="34189" y="2179"/>
                </a:quadBezTo>
                <a:quadBezTo>
                  <a:pt x="36367" y="4235"/>
                  <a:pt x="36281" y="7230"/>
                </a:quadBezTo>
                <a:close/>
              </a:path>
            </a:pathLst>
          </a:custGeom>
          <a:solidFill>
            <a:srgbClr val="2446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1295400" y="2781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Ellipse"/>
          <p:cNvSpPr/>
          <p:nvPr/>
        </p:nvSpPr>
        <p:spPr>
          <a:xfrm>
            <a:off x="1466850" y="2952750"/>
            <a:ext cx="119063" cy="119063"/>
          </a:xfrm>
          <a:prstGeom prst="ellipse">
            <a:avLst/>
          </a:prstGeom>
          <a:noFill/>
          <a:ln w="14288">
            <a:solidFill>
              <a:srgbClr val="6B6A62"/>
            </a:solidFill>
            <a:prstDash val="sysDash"/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1847850" y="2781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BED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Ellipse"/>
          <p:cNvSpPr/>
          <p:nvPr/>
        </p:nvSpPr>
        <p:spPr>
          <a:xfrm>
            <a:off x="2009775" y="2952750"/>
            <a:ext cx="119063" cy="119063"/>
          </a:xfrm>
          <a:prstGeom prst="ellipse">
            <a:avLst/>
          </a:prstGeom>
          <a:noFill/>
          <a:ln w="14288">
            <a:solidFill>
              <a:srgbClr val="B3261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Path"/>
          <p:cNvSpPr/>
          <p:nvPr/>
        </p:nvSpPr>
        <p:spPr>
          <a:xfrm>
            <a:off x="2116845" y="2983620"/>
            <a:ext cx="14460" cy="54465"/>
          </a:xfrm>
          <a:custGeom>
            <a:avLst/>
            <a:gdLst/>
            <a:ahLst/>
            <a:cxnLst/>
            <a:rect l="0" t="0" r="r" b="b"/>
            <a:pathLst>
              <a:path w="14460" h="54465">
                <a:moveTo>
                  <a:pt x="14374" y="7230"/>
                </a:moveTo>
                <a:lnTo>
                  <a:pt x="14374" y="47235"/>
                </a:lnTo>
                <a:quadBezTo>
                  <a:pt x="14460" y="50230"/>
                  <a:pt x="12281" y="52286"/>
                </a:quadBezTo>
                <a:quadBezTo>
                  <a:pt x="10225" y="54465"/>
                  <a:pt x="7230" y="54379"/>
                </a:quadBezTo>
                <a:quadBezTo>
                  <a:pt x="4235" y="54465"/>
                  <a:pt x="2179" y="52286"/>
                </a:quadBezTo>
                <a:quadBezTo>
                  <a:pt x="0" y="50230"/>
                  <a:pt x="86" y="47235"/>
                </a:quadBezTo>
                <a:lnTo>
                  <a:pt x="86" y="7230"/>
                </a:ln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quadBezTo>
                  <a:pt x="14460" y="4235"/>
                  <a:pt x="14374" y="7230"/>
                </a:quadBezTo>
                <a:close/>
              </a:path>
            </a:pathLst>
          </a:cu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Ellipse"/>
          <p:cNvSpPr/>
          <p:nvPr/>
        </p:nvSpPr>
        <p:spPr>
          <a:xfrm>
            <a:off x="2124075" y="3000375"/>
            <a:ext cx="17145" cy="17145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"/>
          <p:cNvSpPr/>
          <p:nvPr/>
        </p:nvSpPr>
        <p:spPr>
          <a:xfrm>
            <a:off x="2400300" y="2781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Ellipse"/>
          <p:cNvSpPr/>
          <p:nvPr/>
        </p:nvSpPr>
        <p:spPr>
          <a:xfrm>
            <a:off x="2552700" y="2952750"/>
            <a:ext cx="119063" cy="119063"/>
          </a:xfrm>
          <a:prstGeom prst="ellipse">
            <a:avLst/>
          </a:prstGeom>
          <a:noFill/>
          <a:ln w="14288">
            <a:solidFill>
              <a:srgbClr val="6B6A6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Ellipse"/>
          <p:cNvSpPr/>
          <p:nvPr/>
        </p:nvSpPr>
        <p:spPr>
          <a:xfrm>
            <a:off x="2667000" y="2990850"/>
            <a:ext cx="38100" cy="38100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90500" y="3371850"/>
            <a:ext cx="372725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只有第 2 格会转。第 5 格是「根本没在同步」—— 绝不能表现得像在忙。</a:t>
            </a:r>
          </a:p>
        </p:txBody>
      </p:sp>
      <p:sp>
        <p:nvSpPr>
          <p:cNvPr id="32" name="Rectangle"/>
          <p:cNvSpPr/>
          <p:nvPr/>
        </p:nvSpPr>
        <p:spPr>
          <a:xfrm>
            <a:off x="4763" y="2309813"/>
            <a:ext cx="13706475" cy="1390650"/>
          </a:xfrm>
          <a:prstGeom prst="roundRect">
            <a:avLst>
              <a:gd name="adj" fmla="val 6506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"/>
          <p:cNvSpPr/>
          <p:nvPr/>
        </p:nvSpPr>
        <p:spPr>
          <a:xfrm>
            <a:off x="0" y="3705225"/>
            <a:ext cx="137160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190500" y="3895725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导航与组织</a:t>
            </a:r>
          </a:p>
        </p:txBody>
      </p:sp>
      <p:sp>
        <p:nvSpPr>
          <p:cNvPr id="35" name="Rectangle"/>
          <p:cNvSpPr/>
          <p:nvPr/>
        </p:nvSpPr>
        <p:spPr>
          <a:xfrm>
            <a:off x="190500" y="41814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Path"/>
          <p:cNvSpPr/>
          <p:nvPr/>
        </p:nvSpPr>
        <p:spPr>
          <a:xfrm>
            <a:off x="354720" y="4364745"/>
            <a:ext cx="128760" cy="90660"/>
          </a:xfrm>
          <a:custGeom>
            <a:avLst/>
            <a:gdLst/>
            <a:ahLst/>
            <a:cxnLst/>
            <a:rect l="0" t="0" r="r" b="b"/>
            <a:pathLst>
              <a:path w="128760" h="90660">
                <a:moveTo>
                  <a:pt x="7230" y="86"/>
                </a:moveTo>
                <a:lnTo>
                  <a:pt x="121530" y="86"/>
                </a:lnTo>
                <a:quadBezTo>
                  <a:pt x="124525" y="0"/>
                  <a:pt x="126581" y="2179"/>
                </a:quadBezTo>
                <a:quadBezTo>
                  <a:pt x="128760" y="4235"/>
                  <a:pt x="128674" y="7230"/>
                </a:quadBezTo>
                <a:quadBezTo>
                  <a:pt x="128760" y="10225"/>
                  <a:pt x="126581" y="12281"/>
                </a:quadBezTo>
                <a:quadBezTo>
                  <a:pt x="124525" y="14460"/>
                  <a:pt x="121530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  <a:moveTo>
                  <a:pt x="7230" y="38186"/>
                </a:moveTo>
                <a:lnTo>
                  <a:pt x="121530" y="38186"/>
                </a:lnTo>
                <a:quadBezTo>
                  <a:pt x="124525" y="38100"/>
                  <a:pt x="126581" y="40279"/>
                </a:quadBezTo>
                <a:quadBezTo>
                  <a:pt x="128760" y="42335"/>
                  <a:pt x="128674" y="45330"/>
                </a:quadBezTo>
                <a:quadBezTo>
                  <a:pt x="128760" y="48325"/>
                  <a:pt x="126581" y="50381"/>
                </a:quadBezTo>
                <a:quadBezTo>
                  <a:pt x="124525" y="52560"/>
                  <a:pt x="121530" y="52474"/>
                </a:quadBezTo>
                <a:lnTo>
                  <a:pt x="7230" y="52474"/>
                </a:lnTo>
                <a:quadBezTo>
                  <a:pt x="4235" y="52560"/>
                  <a:pt x="2179" y="50381"/>
                </a:quadBezTo>
                <a:quadBezTo>
                  <a:pt x="0" y="48325"/>
                  <a:pt x="86" y="45330"/>
                </a:quadBezTo>
                <a:quadBezTo>
                  <a:pt x="0" y="42335"/>
                  <a:pt x="2179" y="40279"/>
                </a:quadBezTo>
                <a:quadBezTo>
                  <a:pt x="4235" y="38100"/>
                  <a:pt x="7230" y="38186"/>
                </a:quadBezTo>
                <a:close/>
                <a:moveTo>
                  <a:pt x="7230" y="76286"/>
                </a:moveTo>
                <a:lnTo>
                  <a:pt x="121530" y="76286"/>
                </a:lnTo>
                <a:quadBezTo>
                  <a:pt x="124525" y="76200"/>
                  <a:pt x="126581" y="78379"/>
                </a:quadBezTo>
                <a:quadBezTo>
                  <a:pt x="128760" y="80435"/>
                  <a:pt x="128674" y="83430"/>
                </a:quadBezTo>
                <a:quadBezTo>
                  <a:pt x="128760" y="86425"/>
                  <a:pt x="126581" y="88481"/>
                </a:quadBezTo>
                <a:quadBezTo>
                  <a:pt x="124525" y="90660"/>
                  <a:pt x="121530" y="90574"/>
                </a:quadBezTo>
                <a:lnTo>
                  <a:pt x="7230" y="90574"/>
                </a:lnTo>
                <a:quadBezTo>
                  <a:pt x="4235" y="90660"/>
                  <a:pt x="2179" y="88481"/>
                </a:quadBezTo>
                <a:quadBezTo>
                  <a:pt x="0" y="86425"/>
                  <a:pt x="86" y="83430"/>
                </a:quadBezTo>
                <a:quadBezTo>
                  <a:pt x="0" y="80435"/>
                  <a:pt x="2179" y="78379"/>
                </a:quadBezTo>
                <a:quadBezTo>
                  <a:pt x="4235" y="76200"/>
                  <a:pt x="7230" y="76286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"/>
          <p:cNvSpPr/>
          <p:nvPr/>
        </p:nvSpPr>
        <p:spPr>
          <a:xfrm>
            <a:off x="742950" y="41814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Path"/>
          <p:cNvSpPr/>
          <p:nvPr/>
        </p:nvSpPr>
        <p:spPr>
          <a:xfrm>
            <a:off x="888206" y="4355306"/>
            <a:ext cx="128588" cy="119063"/>
          </a:xfrm>
          <a:custGeom>
            <a:avLst/>
            <a:gdLst/>
            <a:ahLst/>
            <a:cxnLst/>
            <a:rect l="0" t="0" r="r" b="b"/>
            <a:pathLst>
              <a:path w="128588" h="119063">
                <a:moveTo>
                  <a:pt x="111919" y="0"/>
                </a:moveTo>
                <a:quadBezTo>
                  <a:pt x="118823" y="0"/>
                  <a:pt x="123705" y="4882"/>
                </a:quadBezTo>
                <a:quadBezTo>
                  <a:pt x="128588" y="9764"/>
                  <a:pt x="128588" y="16669"/>
                </a:quadBezTo>
                <a:lnTo>
                  <a:pt x="128588" y="102394"/>
                </a:lnTo>
                <a:quadBezTo>
                  <a:pt x="128588" y="109298"/>
                  <a:pt x="123705" y="114180"/>
                </a:quadBezTo>
                <a:quadBezTo>
                  <a:pt x="118823" y="119062"/>
                  <a:pt x="111919" y="119063"/>
                </a:quadBezTo>
                <a:lnTo>
                  <a:pt x="16669" y="119063"/>
                </a:lnTo>
                <a:quadBezTo>
                  <a:pt x="9764" y="119062"/>
                  <a:pt x="4882" y="114180"/>
                </a:quadBezTo>
                <a:quadBezTo>
                  <a:pt x="0" y="109298"/>
                  <a:pt x="0" y="102394"/>
                </a:quadBezTo>
                <a:lnTo>
                  <a:pt x="0" y="16669"/>
                </a:lnTo>
                <a:quadBezTo>
                  <a:pt x="0" y="9764"/>
                  <a:pt x="4882" y="4882"/>
                </a:quadBezTo>
                <a:quadBezTo>
                  <a:pt x="9764" y="0"/>
                  <a:pt x="16669" y="0"/>
                </a:quadBezTo>
                <a:lnTo>
                  <a:pt x="111919" y="0"/>
                </a:lnTo>
                <a:close/>
                <a:moveTo>
                  <a:pt x="111919" y="14288"/>
                </a:moveTo>
                <a:lnTo>
                  <a:pt x="16669" y="14288"/>
                </a:lnTo>
                <a:quadBezTo>
                  <a:pt x="15682" y="14288"/>
                  <a:pt x="14985" y="14985"/>
                </a:quadBezTo>
                <a:quadBezTo>
                  <a:pt x="14288" y="15682"/>
                  <a:pt x="14288" y="16669"/>
                </a:quadBezTo>
                <a:lnTo>
                  <a:pt x="14288" y="102394"/>
                </a:lnTo>
                <a:quadBezTo>
                  <a:pt x="14288" y="103380"/>
                  <a:pt x="14985" y="104078"/>
                </a:quadBezTo>
                <a:quadBezTo>
                  <a:pt x="15682" y="104775"/>
                  <a:pt x="16669" y="104775"/>
                </a:quadBezTo>
                <a:lnTo>
                  <a:pt x="111919" y="104775"/>
                </a:lnTo>
                <a:quadBezTo>
                  <a:pt x="112905" y="104775"/>
                  <a:pt x="113603" y="104078"/>
                </a:quadBezTo>
                <a:quadBezTo>
                  <a:pt x="114300" y="103380"/>
                  <a:pt x="114300" y="102394"/>
                </a:quadBezTo>
                <a:lnTo>
                  <a:pt x="114300" y="16669"/>
                </a:lnTo>
                <a:quadBezTo>
                  <a:pt x="114300" y="15682"/>
                  <a:pt x="113603" y="14985"/>
                </a:quadBezTo>
                <a:quadBezTo>
                  <a:pt x="112905" y="14288"/>
                  <a:pt x="111919" y="14288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Path"/>
          <p:cNvSpPr/>
          <p:nvPr/>
        </p:nvSpPr>
        <p:spPr>
          <a:xfrm>
            <a:off x="1002420" y="4383795"/>
            <a:ext cx="62085" cy="62085"/>
          </a:xfrm>
          <a:custGeom>
            <a:avLst/>
            <a:gdLst/>
            <a:ahLst/>
            <a:cxnLst/>
            <a:rect l="0" t="0" r="r" b="b"/>
            <a:pathLst>
              <a:path w="62085" h="62085">
                <a:moveTo>
                  <a:pt x="7230" y="86"/>
                </a:moveTo>
                <a:lnTo>
                  <a:pt x="54855" y="86"/>
                </a:lnTo>
                <a:quadBezTo>
                  <a:pt x="57850" y="0"/>
                  <a:pt x="59906" y="2179"/>
                </a:quadBezTo>
                <a:quadBezTo>
                  <a:pt x="62085" y="4235"/>
                  <a:pt x="61999" y="7230"/>
                </a:quadBezTo>
                <a:quadBezTo>
                  <a:pt x="62085" y="10225"/>
                  <a:pt x="59906" y="12281"/>
                </a:quadBezTo>
                <a:quadBezTo>
                  <a:pt x="57850" y="14460"/>
                  <a:pt x="54855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  <a:moveTo>
                  <a:pt x="7230" y="23899"/>
                </a:moveTo>
                <a:lnTo>
                  <a:pt x="54855" y="23899"/>
                </a:lnTo>
                <a:quadBezTo>
                  <a:pt x="57850" y="23812"/>
                  <a:pt x="59906" y="25991"/>
                </a:quadBezTo>
                <a:quadBezTo>
                  <a:pt x="62085" y="28048"/>
                  <a:pt x="61999" y="31042"/>
                </a:quadBezTo>
                <a:quadBezTo>
                  <a:pt x="62085" y="34037"/>
                  <a:pt x="59906" y="36094"/>
                </a:quadBezTo>
                <a:quadBezTo>
                  <a:pt x="57850" y="38272"/>
                  <a:pt x="54855" y="38186"/>
                </a:quadBezTo>
                <a:lnTo>
                  <a:pt x="7230" y="38186"/>
                </a:lnTo>
                <a:quadBezTo>
                  <a:pt x="4235" y="38272"/>
                  <a:pt x="2179" y="36094"/>
                </a:quadBezTo>
                <a:quadBezTo>
                  <a:pt x="0" y="34037"/>
                  <a:pt x="86" y="31042"/>
                </a:quadBezTo>
                <a:quadBezTo>
                  <a:pt x="0" y="28048"/>
                  <a:pt x="2179" y="25991"/>
                </a:quadBezTo>
                <a:quadBezTo>
                  <a:pt x="4235" y="23812"/>
                  <a:pt x="7230" y="23899"/>
                </a:quadBezTo>
                <a:close/>
                <a:moveTo>
                  <a:pt x="7230" y="47711"/>
                </a:moveTo>
                <a:lnTo>
                  <a:pt x="35805" y="47711"/>
                </a:lnTo>
                <a:quadBezTo>
                  <a:pt x="38800" y="47625"/>
                  <a:pt x="40856" y="49804"/>
                </a:quadBezTo>
                <a:quadBezTo>
                  <a:pt x="43035" y="51860"/>
                  <a:pt x="42949" y="54855"/>
                </a:quadBezTo>
                <a:quadBezTo>
                  <a:pt x="43035" y="57850"/>
                  <a:pt x="40856" y="59906"/>
                </a:quadBezTo>
                <a:quadBezTo>
                  <a:pt x="38800" y="62085"/>
                  <a:pt x="35805" y="61999"/>
                </a:quadBezTo>
                <a:lnTo>
                  <a:pt x="7230" y="61999"/>
                </a:lnTo>
                <a:quadBezTo>
                  <a:pt x="4235" y="62085"/>
                  <a:pt x="2179" y="59906"/>
                </a:quadBezTo>
                <a:quadBezTo>
                  <a:pt x="0" y="57850"/>
                  <a:pt x="86" y="54855"/>
                </a:quadBezTo>
                <a:quadBezTo>
                  <a:pt x="0" y="51860"/>
                  <a:pt x="2179" y="49804"/>
                </a:quadBezTo>
                <a:quadBezTo>
                  <a:pt x="4235" y="47625"/>
                  <a:pt x="7230" y="47711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1295400" y="41814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"/>
          <p:cNvSpPr/>
          <p:nvPr/>
        </p:nvSpPr>
        <p:spPr>
          <a:xfrm>
            <a:off x="1419225" y="4362450"/>
            <a:ext cx="104775" cy="95250"/>
          </a:xfrm>
          <a:prstGeom prst="roundRect">
            <a:avLst>
              <a:gd name="adj" fmla="val 15000"/>
            </a:avLst>
          </a:prstGeom>
          <a:noFill/>
          <a:ln w="14288">
            <a:solidFill>
              <a:srgbClr val="4B4B4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2" name="Path"/>
          <p:cNvSpPr/>
          <p:nvPr/>
        </p:nvSpPr>
        <p:spPr>
          <a:xfrm>
            <a:off x="1516770" y="4383795"/>
            <a:ext cx="119235" cy="59227"/>
          </a:xfrm>
          <a:custGeom>
            <a:avLst/>
            <a:gdLst/>
            <a:ahLst/>
            <a:cxnLst/>
            <a:rect l="0" t="0" r="r" b="b"/>
            <a:pathLst>
              <a:path w="119235" h="59227">
                <a:moveTo>
                  <a:pt x="42949" y="7230"/>
                </a:moveTo>
                <a:lnTo>
                  <a:pt x="42949" y="28185"/>
                </a:lnTo>
                <a:quadBezTo>
                  <a:pt x="43035" y="31180"/>
                  <a:pt x="40856" y="33236"/>
                </a:quadBezTo>
                <a:quadBezTo>
                  <a:pt x="38800" y="35415"/>
                  <a:pt x="35805" y="35329"/>
                </a:quadBezTo>
                <a:quadBezTo>
                  <a:pt x="32810" y="35415"/>
                  <a:pt x="30754" y="33236"/>
                </a:quadBezTo>
                <a:quadBezTo>
                  <a:pt x="28575" y="31180"/>
                  <a:pt x="28661" y="28185"/>
                </a:quadBezTo>
                <a:lnTo>
                  <a:pt x="28661" y="7230"/>
                </a:lnTo>
                <a:quadBezTo>
                  <a:pt x="28575" y="4235"/>
                  <a:pt x="30754" y="2179"/>
                </a:quadBezTo>
                <a:quadBezTo>
                  <a:pt x="32810" y="0"/>
                  <a:pt x="35805" y="86"/>
                </a:quadBezTo>
                <a:quadBezTo>
                  <a:pt x="38800" y="0"/>
                  <a:pt x="40856" y="2179"/>
                </a:quadBezTo>
                <a:quadBezTo>
                  <a:pt x="43035" y="4235"/>
                  <a:pt x="42949" y="7230"/>
                </a:quadBezTo>
                <a:close/>
                <a:moveTo>
                  <a:pt x="90574" y="7230"/>
                </a:moveTo>
                <a:lnTo>
                  <a:pt x="90574" y="28185"/>
                </a:lnTo>
                <a:quadBezTo>
                  <a:pt x="90660" y="31180"/>
                  <a:pt x="88481" y="33236"/>
                </a:quadBezTo>
                <a:quadBezTo>
                  <a:pt x="86425" y="35415"/>
                  <a:pt x="83430" y="35329"/>
                </a:quadBezTo>
                <a:quadBezTo>
                  <a:pt x="80435" y="35415"/>
                  <a:pt x="78379" y="33236"/>
                </a:quadBezTo>
                <a:quadBezTo>
                  <a:pt x="76200" y="31180"/>
                  <a:pt x="76286" y="28185"/>
                </a:quadBezTo>
                <a:lnTo>
                  <a:pt x="76286" y="7230"/>
                </a:lnTo>
                <a:quadBezTo>
                  <a:pt x="76200" y="4235"/>
                  <a:pt x="78379" y="2179"/>
                </a:quadBezTo>
                <a:quadBezTo>
                  <a:pt x="80435" y="0"/>
                  <a:pt x="83430" y="86"/>
                </a:quadBezTo>
                <a:quadBezTo>
                  <a:pt x="86425" y="0"/>
                  <a:pt x="88481" y="2179"/>
                </a:quadBezTo>
                <a:quadBezTo>
                  <a:pt x="90660" y="4235"/>
                  <a:pt x="90574" y="7230"/>
                </a:quadBezTo>
                <a:close/>
                <a:moveTo>
                  <a:pt x="7230" y="44854"/>
                </a:moveTo>
                <a:lnTo>
                  <a:pt x="112005" y="44854"/>
                </a:lnTo>
                <a:quadBezTo>
                  <a:pt x="115000" y="44767"/>
                  <a:pt x="117056" y="46946"/>
                </a:quadBezTo>
                <a:quadBezTo>
                  <a:pt x="119235" y="49003"/>
                  <a:pt x="119149" y="51997"/>
                </a:quadBezTo>
                <a:quadBezTo>
                  <a:pt x="119235" y="54992"/>
                  <a:pt x="117056" y="57049"/>
                </a:quadBezTo>
                <a:quadBezTo>
                  <a:pt x="115000" y="59227"/>
                  <a:pt x="112005" y="59141"/>
                </a:quadBezTo>
                <a:lnTo>
                  <a:pt x="7230" y="59141"/>
                </a:lnTo>
                <a:quadBezTo>
                  <a:pt x="4235" y="59227"/>
                  <a:pt x="2179" y="57049"/>
                </a:quadBezTo>
                <a:quadBezTo>
                  <a:pt x="0" y="54992"/>
                  <a:pt x="86" y="51997"/>
                </a:quadBezTo>
                <a:quadBezTo>
                  <a:pt x="0" y="49003"/>
                  <a:pt x="2179" y="46946"/>
                </a:quadBezTo>
                <a:quadBezTo>
                  <a:pt x="4235" y="44767"/>
                  <a:pt x="7230" y="44854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"/>
          <p:cNvSpPr/>
          <p:nvPr/>
        </p:nvSpPr>
        <p:spPr>
          <a:xfrm>
            <a:off x="1847850" y="41814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Path"/>
          <p:cNvSpPr/>
          <p:nvPr/>
        </p:nvSpPr>
        <p:spPr>
          <a:xfrm>
            <a:off x="1964445" y="4364745"/>
            <a:ext cx="119235" cy="100185"/>
          </a:xfrm>
          <a:custGeom>
            <a:avLst/>
            <a:gdLst/>
            <a:ahLst/>
            <a:cxnLst/>
            <a:rect l="0" t="0" r="r" b="b"/>
            <a:pathLst>
              <a:path w="119235" h="100185">
                <a:moveTo>
                  <a:pt x="112005" y="86"/>
                </a:moveTo>
                <a:quadBezTo>
                  <a:pt x="115000" y="0"/>
                  <a:pt x="117056" y="2179"/>
                </a:quadBezTo>
                <a:quadBezTo>
                  <a:pt x="119235" y="4235"/>
                  <a:pt x="119149" y="7230"/>
                </a:quadBezTo>
                <a:lnTo>
                  <a:pt x="119149" y="92955"/>
                </a:lnTo>
                <a:quadBezTo>
                  <a:pt x="119235" y="95950"/>
                  <a:pt x="117056" y="98006"/>
                </a:quadBezTo>
                <a:quadBezTo>
                  <a:pt x="115000" y="100185"/>
                  <a:pt x="112005" y="100099"/>
                </a:quadBezTo>
                <a:lnTo>
                  <a:pt x="7230" y="100099"/>
                </a:lnTo>
                <a:quadBezTo>
                  <a:pt x="4235" y="100185"/>
                  <a:pt x="2179" y="98006"/>
                </a:quadBezTo>
                <a:quadBezTo>
                  <a:pt x="0" y="95950"/>
                  <a:pt x="86" y="92955"/>
                </a:quadBezTo>
                <a:lnTo>
                  <a:pt x="86" y="7230"/>
                </a:ln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lnTo>
                  <a:pt x="112005" y="86"/>
                </a:lnTo>
                <a:close/>
                <a:moveTo>
                  <a:pt x="14374" y="14374"/>
                </a:moveTo>
                <a:lnTo>
                  <a:pt x="14374" y="85811"/>
                </a:lnTo>
                <a:lnTo>
                  <a:pt x="104861" y="85811"/>
                </a:lnTo>
                <a:lnTo>
                  <a:pt x="104861" y="14374"/>
                </a:lnTo>
                <a:lnTo>
                  <a:pt x="14374" y="14374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Path"/>
          <p:cNvSpPr/>
          <p:nvPr/>
        </p:nvSpPr>
        <p:spPr>
          <a:xfrm>
            <a:off x="2069220" y="4383795"/>
            <a:ext cx="119235" cy="62085"/>
          </a:xfrm>
          <a:custGeom>
            <a:avLst/>
            <a:gdLst/>
            <a:ahLst/>
            <a:cxnLst/>
            <a:rect l="0" t="0" r="r" b="b"/>
            <a:pathLst>
              <a:path w="119235" h="62085">
                <a:moveTo>
                  <a:pt x="47711" y="7230"/>
                </a:moveTo>
                <a:lnTo>
                  <a:pt x="47711" y="45330"/>
                </a:lnTo>
                <a:quadBezTo>
                  <a:pt x="47748" y="46606"/>
                  <a:pt x="47374" y="47711"/>
                </a:quadBezTo>
                <a:lnTo>
                  <a:pt x="71861" y="47711"/>
                </a:lnTo>
                <a:quadBezTo>
                  <a:pt x="71487" y="46606"/>
                  <a:pt x="71524" y="45330"/>
                </a:quadBezTo>
                <a:lnTo>
                  <a:pt x="71524" y="7230"/>
                </a:lnTo>
                <a:quadBezTo>
                  <a:pt x="71437" y="4235"/>
                  <a:pt x="73616" y="2179"/>
                </a:quadBezTo>
                <a:quadBezTo>
                  <a:pt x="75673" y="0"/>
                  <a:pt x="78667" y="86"/>
                </a:quadBezTo>
                <a:quadBezTo>
                  <a:pt x="81662" y="0"/>
                  <a:pt x="83719" y="2179"/>
                </a:quadBezTo>
                <a:quadBezTo>
                  <a:pt x="85897" y="4235"/>
                  <a:pt x="85811" y="7230"/>
                </a:quadBezTo>
                <a:lnTo>
                  <a:pt x="85811" y="45330"/>
                </a:lnTo>
                <a:quadBezTo>
                  <a:pt x="85848" y="46606"/>
                  <a:pt x="85474" y="47711"/>
                </a:quadBezTo>
                <a:lnTo>
                  <a:pt x="112005" y="47711"/>
                </a:lnTo>
                <a:quadBezTo>
                  <a:pt x="115000" y="47625"/>
                  <a:pt x="117056" y="49804"/>
                </a:quadBezTo>
                <a:quadBezTo>
                  <a:pt x="119235" y="51860"/>
                  <a:pt x="119149" y="54855"/>
                </a:quadBezTo>
                <a:quadBezTo>
                  <a:pt x="119235" y="57850"/>
                  <a:pt x="117056" y="59906"/>
                </a:quadBezTo>
                <a:quadBezTo>
                  <a:pt x="115000" y="62085"/>
                  <a:pt x="112005" y="61999"/>
                </a:quadBezTo>
                <a:lnTo>
                  <a:pt x="7230" y="61999"/>
                </a:lnTo>
                <a:quadBezTo>
                  <a:pt x="4235" y="62085"/>
                  <a:pt x="2179" y="59906"/>
                </a:quadBezTo>
                <a:quadBezTo>
                  <a:pt x="0" y="57850"/>
                  <a:pt x="86" y="54855"/>
                </a:quadBezTo>
                <a:quadBezTo>
                  <a:pt x="0" y="51860"/>
                  <a:pt x="2179" y="49804"/>
                </a:quadBezTo>
                <a:quadBezTo>
                  <a:pt x="4235" y="47625"/>
                  <a:pt x="7230" y="47711"/>
                </a:quadBezTo>
                <a:lnTo>
                  <a:pt x="33761" y="47711"/>
                </a:lnTo>
                <a:quadBezTo>
                  <a:pt x="33387" y="46606"/>
                  <a:pt x="33424" y="45330"/>
                </a:quadBezTo>
                <a:lnTo>
                  <a:pt x="33424" y="7230"/>
                </a:lnTo>
                <a:quadBezTo>
                  <a:pt x="33338" y="4235"/>
                  <a:pt x="35516" y="2179"/>
                </a:quadBezTo>
                <a:quadBezTo>
                  <a:pt x="37573" y="0"/>
                  <a:pt x="40567" y="86"/>
                </a:quadBezTo>
                <a:quadBezTo>
                  <a:pt x="43562" y="0"/>
                  <a:pt x="45619" y="2179"/>
                </a:quadBezTo>
                <a:quadBezTo>
                  <a:pt x="47797" y="4235"/>
                  <a:pt x="47711" y="7230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"/>
          <p:cNvSpPr/>
          <p:nvPr/>
        </p:nvSpPr>
        <p:spPr>
          <a:xfrm>
            <a:off x="2400300" y="41814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Path"/>
          <p:cNvSpPr/>
          <p:nvPr/>
        </p:nvSpPr>
        <p:spPr>
          <a:xfrm>
            <a:off x="2564606" y="4355299"/>
            <a:ext cx="130969" cy="111926"/>
          </a:xfrm>
          <a:custGeom>
            <a:avLst/>
            <a:gdLst/>
            <a:ahLst/>
            <a:cxnLst/>
            <a:rect l="0" t="0" r="r" b="b"/>
            <a:pathLst>
              <a:path w="130969" h="111926">
                <a:moveTo>
                  <a:pt x="19050" y="8"/>
                </a:moveTo>
                <a:lnTo>
                  <a:pt x="42863" y="8"/>
                </a:lnTo>
                <a:quadBezTo>
                  <a:pt x="44428" y="0"/>
                  <a:pt x="45848" y="661"/>
                </a:quadBezTo>
                <a:quadBezTo>
                  <a:pt x="47273" y="1309"/>
                  <a:pt x="48286" y="2502"/>
                </a:quadBezTo>
                <a:lnTo>
                  <a:pt x="60436" y="16676"/>
                </a:lnTo>
                <a:lnTo>
                  <a:pt x="111919" y="16676"/>
                </a:lnTo>
                <a:quadBezTo>
                  <a:pt x="119807" y="16676"/>
                  <a:pt x="125388" y="22257"/>
                </a:quadBezTo>
                <a:quadBezTo>
                  <a:pt x="130969" y="27838"/>
                  <a:pt x="130969" y="35726"/>
                </a:quadBezTo>
                <a:lnTo>
                  <a:pt x="130969" y="92876"/>
                </a:lnTo>
                <a:quadBezTo>
                  <a:pt x="130969" y="100765"/>
                  <a:pt x="125388" y="106346"/>
                </a:quadBezTo>
                <a:quadBezTo>
                  <a:pt x="119807" y="111926"/>
                  <a:pt x="111919" y="111926"/>
                </a:quadBezTo>
                <a:lnTo>
                  <a:pt x="19050" y="111926"/>
                </a:lnTo>
                <a:quadBezTo>
                  <a:pt x="11162" y="111926"/>
                  <a:pt x="5581" y="106346"/>
                </a:quadBezTo>
                <a:quadBezTo>
                  <a:pt x="0" y="100765"/>
                  <a:pt x="0" y="92876"/>
                </a:quadBezTo>
                <a:lnTo>
                  <a:pt x="0" y="19058"/>
                </a:lnTo>
                <a:quadBezTo>
                  <a:pt x="0" y="11170"/>
                  <a:pt x="5581" y="5589"/>
                </a:quadBezTo>
                <a:quadBezTo>
                  <a:pt x="11162" y="8"/>
                  <a:pt x="19050" y="8"/>
                </a:quadBezTo>
                <a:close/>
                <a:moveTo>
                  <a:pt x="19050" y="14295"/>
                </a:moveTo>
                <a:quadBezTo>
                  <a:pt x="17080" y="14295"/>
                  <a:pt x="15684" y="15691"/>
                </a:quadBezTo>
                <a:quadBezTo>
                  <a:pt x="14288" y="17088"/>
                  <a:pt x="14288" y="19058"/>
                </a:quadBezTo>
                <a:lnTo>
                  <a:pt x="14288" y="92876"/>
                </a:lnTo>
                <a:quadBezTo>
                  <a:pt x="14288" y="94847"/>
                  <a:pt x="15684" y="96243"/>
                </a:quadBezTo>
                <a:quadBezTo>
                  <a:pt x="17080" y="97639"/>
                  <a:pt x="19050" y="97639"/>
                </a:quadBezTo>
                <a:lnTo>
                  <a:pt x="111919" y="97639"/>
                </a:lnTo>
                <a:quadBezTo>
                  <a:pt x="113889" y="97639"/>
                  <a:pt x="115285" y="96243"/>
                </a:quadBezTo>
                <a:quadBezTo>
                  <a:pt x="116681" y="94847"/>
                  <a:pt x="116681" y="92876"/>
                </a:quadBezTo>
                <a:lnTo>
                  <a:pt x="116681" y="35726"/>
                </a:lnTo>
                <a:quadBezTo>
                  <a:pt x="116681" y="33756"/>
                  <a:pt x="115285" y="32360"/>
                </a:quadBezTo>
                <a:quadBezTo>
                  <a:pt x="113889" y="30964"/>
                  <a:pt x="111919" y="30964"/>
                </a:quadBezTo>
                <a:lnTo>
                  <a:pt x="57150" y="30964"/>
                </a:lnTo>
                <a:quadBezTo>
                  <a:pt x="55584" y="30972"/>
                  <a:pt x="54165" y="30310"/>
                </a:quadBezTo>
                <a:quadBezTo>
                  <a:pt x="52739" y="29663"/>
                  <a:pt x="51726" y="28469"/>
                </a:quadBezTo>
                <a:lnTo>
                  <a:pt x="39577" y="14295"/>
                </a:lnTo>
                <a:lnTo>
                  <a:pt x="19050" y="14295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"/>
          <p:cNvSpPr/>
          <p:nvPr/>
        </p:nvSpPr>
        <p:spPr>
          <a:xfrm>
            <a:off x="2952750" y="41814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Path"/>
          <p:cNvSpPr/>
          <p:nvPr/>
        </p:nvSpPr>
        <p:spPr>
          <a:xfrm>
            <a:off x="3098006" y="4355299"/>
            <a:ext cx="130969" cy="111926"/>
          </a:xfrm>
          <a:custGeom>
            <a:avLst/>
            <a:gdLst/>
            <a:ahLst/>
            <a:cxnLst/>
            <a:rect l="0" t="0" r="r" b="b"/>
            <a:pathLst>
              <a:path w="130969" h="111926">
                <a:moveTo>
                  <a:pt x="19050" y="8"/>
                </a:moveTo>
                <a:lnTo>
                  <a:pt x="42863" y="8"/>
                </a:lnTo>
                <a:quadBezTo>
                  <a:pt x="44428" y="0"/>
                  <a:pt x="45848" y="661"/>
                </a:quadBezTo>
                <a:quadBezTo>
                  <a:pt x="47273" y="1309"/>
                  <a:pt x="48286" y="2502"/>
                </a:quadBezTo>
                <a:lnTo>
                  <a:pt x="60436" y="16676"/>
                </a:lnTo>
                <a:lnTo>
                  <a:pt x="111919" y="16676"/>
                </a:lnTo>
                <a:quadBezTo>
                  <a:pt x="119807" y="16676"/>
                  <a:pt x="125388" y="22257"/>
                </a:quadBezTo>
                <a:quadBezTo>
                  <a:pt x="130969" y="27838"/>
                  <a:pt x="130969" y="35726"/>
                </a:quadBezTo>
                <a:lnTo>
                  <a:pt x="130969" y="92876"/>
                </a:lnTo>
                <a:quadBezTo>
                  <a:pt x="130969" y="100765"/>
                  <a:pt x="125388" y="106346"/>
                </a:quadBezTo>
                <a:quadBezTo>
                  <a:pt x="119807" y="111926"/>
                  <a:pt x="111919" y="111926"/>
                </a:quadBezTo>
                <a:lnTo>
                  <a:pt x="19050" y="111926"/>
                </a:lnTo>
                <a:quadBezTo>
                  <a:pt x="11162" y="111926"/>
                  <a:pt x="5581" y="106346"/>
                </a:quadBezTo>
                <a:quadBezTo>
                  <a:pt x="0" y="100765"/>
                  <a:pt x="0" y="92876"/>
                </a:quadBezTo>
                <a:lnTo>
                  <a:pt x="0" y="19058"/>
                </a:lnTo>
                <a:quadBezTo>
                  <a:pt x="0" y="11170"/>
                  <a:pt x="5581" y="5589"/>
                </a:quadBezTo>
                <a:quadBezTo>
                  <a:pt x="11162" y="8"/>
                  <a:pt x="19050" y="8"/>
                </a:quadBezTo>
                <a:close/>
                <a:moveTo>
                  <a:pt x="19050" y="14295"/>
                </a:moveTo>
                <a:quadBezTo>
                  <a:pt x="17080" y="14295"/>
                  <a:pt x="15684" y="15691"/>
                </a:quadBezTo>
                <a:quadBezTo>
                  <a:pt x="14288" y="17088"/>
                  <a:pt x="14288" y="19058"/>
                </a:quadBezTo>
                <a:lnTo>
                  <a:pt x="14288" y="92876"/>
                </a:lnTo>
                <a:quadBezTo>
                  <a:pt x="14288" y="94847"/>
                  <a:pt x="15684" y="96243"/>
                </a:quadBezTo>
                <a:quadBezTo>
                  <a:pt x="17080" y="97639"/>
                  <a:pt x="19050" y="97639"/>
                </a:quadBezTo>
                <a:lnTo>
                  <a:pt x="111919" y="97639"/>
                </a:lnTo>
                <a:quadBezTo>
                  <a:pt x="113889" y="97639"/>
                  <a:pt x="115285" y="96243"/>
                </a:quadBezTo>
                <a:quadBezTo>
                  <a:pt x="116681" y="94847"/>
                  <a:pt x="116681" y="92876"/>
                </a:quadBezTo>
                <a:lnTo>
                  <a:pt x="116681" y="35726"/>
                </a:lnTo>
                <a:quadBezTo>
                  <a:pt x="116681" y="33756"/>
                  <a:pt x="115285" y="32360"/>
                </a:quadBezTo>
                <a:quadBezTo>
                  <a:pt x="113889" y="30964"/>
                  <a:pt x="111919" y="30964"/>
                </a:quadBezTo>
                <a:lnTo>
                  <a:pt x="57150" y="30964"/>
                </a:lnTo>
                <a:quadBezTo>
                  <a:pt x="55584" y="30972"/>
                  <a:pt x="54165" y="30310"/>
                </a:quadBezTo>
                <a:quadBezTo>
                  <a:pt x="52739" y="29663"/>
                  <a:pt x="51726" y="28469"/>
                </a:quadBezTo>
                <a:lnTo>
                  <a:pt x="39577" y="14295"/>
                </a:lnTo>
                <a:lnTo>
                  <a:pt x="19050" y="14295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Path"/>
          <p:cNvSpPr/>
          <p:nvPr/>
        </p:nvSpPr>
        <p:spPr>
          <a:xfrm>
            <a:off x="3212220" y="4383795"/>
            <a:ext cx="52560" cy="52560"/>
          </a:xfrm>
          <a:custGeom>
            <a:avLst/>
            <a:gdLst/>
            <a:ahLst/>
            <a:cxnLst/>
            <a:rect l="0" t="0" r="r" b="b"/>
            <a:pathLst>
              <a:path w="52560" h="52560">
                <a:moveTo>
                  <a:pt x="33424" y="7230"/>
                </a:moveTo>
                <a:lnTo>
                  <a:pt x="33424" y="19136"/>
                </a:lnTo>
                <a:lnTo>
                  <a:pt x="45330" y="19136"/>
                </a:lnTo>
                <a:quadBezTo>
                  <a:pt x="48325" y="19050"/>
                  <a:pt x="50381" y="21229"/>
                </a:quadBezTo>
                <a:quadBezTo>
                  <a:pt x="52560" y="23285"/>
                  <a:pt x="52474" y="26280"/>
                </a:quadBezTo>
                <a:quadBezTo>
                  <a:pt x="52560" y="29275"/>
                  <a:pt x="50381" y="31331"/>
                </a:quadBezTo>
                <a:quadBezTo>
                  <a:pt x="48325" y="33510"/>
                  <a:pt x="45330" y="33424"/>
                </a:quadBezTo>
                <a:lnTo>
                  <a:pt x="33424" y="33424"/>
                </a:lnTo>
                <a:lnTo>
                  <a:pt x="33424" y="45330"/>
                </a:lnTo>
                <a:quadBezTo>
                  <a:pt x="33510" y="48325"/>
                  <a:pt x="31331" y="50381"/>
                </a:quadBezTo>
                <a:quadBezTo>
                  <a:pt x="29275" y="52560"/>
                  <a:pt x="26280" y="52474"/>
                </a:quadBezTo>
                <a:quadBezTo>
                  <a:pt x="23285" y="52560"/>
                  <a:pt x="21229" y="50381"/>
                </a:quadBezTo>
                <a:quadBezTo>
                  <a:pt x="19050" y="48325"/>
                  <a:pt x="19136" y="45330"/>
                </a:quadBezTo>
                <a:lnTo>
                  <a:pt x="19136" y="33424"/>
                </a:lnTo>
                <a:lnTo>
                  <a:pt x="7230" y="33424"/>
                </a:lnTo>
                <a:quadBezTo>
                  <a:pt x="4235" y="33510"/>
                  <a:pt x="2179" y="31331"/>
                </a:quadBezTo>
                <a:quadBezTo>
                  <a:pt x="0" y="29275"/>
                  <a:pt x="86" y="26280"/>
                </a:quadBezTo>
                <a:quadBezTo>
                  <a:pt x="0" y="23285"/>
                  <a:pt x="2179" y="21229"/>
                </a:quadBezTo>
                <a:quadBezTo>
                  <a:pt x="4235" y="19050"/>
                  <a:pt x="7230" y="19136"/>
                </a:quadBezTo>
                <a:lnTo>
                  <a:pt x="19136" y="19136"/>
                </a:lnTo>
                <a:lnTo>
                  <a:pt x="19136" y="7230"/>
                </a:lnTo>
                <a:quadBezTo>
                  <a:pt x="19050" y="4235"/>
                  <a:pt x="21229" y="2179"/>
                </a:quadBezTo>
                <a:quadBezTo>
                  <a:pt x="23285" y="0"/>
                  <a:pt x="26280" y="86"/>
                </a:quadBezTo>
                <a:quadBezTo>
                  <a:pt x="29275" y="0"/>
                  <a:pt x="31331" y="2179"/>
                </a:quadBezTo>
                <a:quadBezTo>
                  <a:pt x="33510" y="4235"/>
                  <a:pt x="33424" y="7230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"/>
          <p:cNvSpPr/>
          <p:nvPr/>
        </p:nvSpPr>
        <p:spPr>
          <a:xfrm>
            <a:off x="3505200" y="41814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Path"/>
          <p:cNvSpPr/>
          <p:nvPr/>
        </p:nvSpPr>
        <p:spPr>
          <a:xfrm>
            <a:off x="3668983" y="4345695"/>
            <a:ext cx="124435" cy="123911"/>
          </a:xfrm>
          <a:custGeom>
            <a:avLst/>
            <a:gdLst/>
            <a:ahLst/>
            <a:cxnLst/>
            <a:rect l="0" t="0" r="r" b="b"/>
            <a:pathLst>
              <a:path w="124435" h="123911">
                <a:moveTo>
                  <a:pt x="122256" y="25991"/>
                </a:moveTo>
                <a:quadBezTo>
                  <a:pt x="124435" y="28048"/>
                  <a:pt x="124349" y="31042"/>
                </a:quadBezTo>
                <a:quadBezTo>
                  <a:pt x="124435" y="34037"/>
                  <a:pt x="122256" y="36094"/>
                </a:quadBezTo>
                <a:lnTo>
                  <a:pt x="42246" y="116104"/>
                </a:lnTo>
                <a:quadBezTo>
                  <a:pt x="41491" y="116861"/>
                  <a:pt x="40546" y="117361"/>
                </a:quadBezTo>
                <a:quadBezTo>
                  <a:pt x="39602" y="117865"/>
                  <a:pt x="38552" y="118066"/>
                </a:quadBezTo>
                <a:lnTo>
                  <a:pt x="9025" y="123781"/>
                </a:lnTo>
                <a:quadBezTo>
                  <a:pt x="8352" y="123911"/>
                  <a:pt x="7667" y="123911"/>
                </a:quadBezTo>
                <a:quadBezTo>
                  <a:pt x="6982" y="123911"/>
                  <a:pt x="6310" y="123781"/>
                </a:quadBezTo>
                <a:quadBezTo>
                  <a:pt x="3353" y="123297"/>
                  <a:pt x="1748" y="120767"/>
                </a:quadBezTo>
                <a:quadBezTo>
                  <a:pt x="0" y="118334"/>
                  <a:pt x="654" y="115410"/>
                </a:quadBezTo>
                <a:lnTo>
                  <a:pt x="6369" y="85882"/>
                </a:lnTo>
                <a:quadBezTo>
                  <a:pt x="6570" y="84832"/>
                  <a:pt x="7073" y="83889"/>
                </a:quadBezTo>
                <a:quadBezTo>
                  <a:pt x="7573" y="82943"/>
                  <a:pt x="8331" y="82189"/>
                </a:quadBezTo>
                <a:lnTo>
                  <a:pt x="88341" y="2179"/>
                </a:lnTo>
                <a:quadBezTo>
                  <a:pt x="90398" y="0"/>
                  <a:pt x="93392" y="86"/>
                </a:quadBezTo>
                <a:quadBezTo>
                  <a:pt x="96387" y="0"/>
                  <a:pt x="98444" y="2179"/>
                </a:quadBezTo>
                <a:lnTo>
                  <a:pt x="122256" y="25991"/>
                </a:lnTo>
                <a:close/>
                <a:moveTo>
                  <a:pt x="93392" y="17333"/>
                </a:moveTo>
                <a:lnTo>
                  <a:pt x="19980" y="90745"/>
                </a:lnTo>
                <a:lnTo>
                  <a:pt x="16690" y="107745"/>
                </a:lnTo>
                <a:lnTo>
                  <a:pt x="33690" y="104454"/>
                </a:lnTo>
                <a:lnTo>
                  <a:pt x="107102" y="31042"/>
                </a:lnTo>
                <a:lnTo>
                  <a:pt x="93392" y="17333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"/>
          <p:cNvSpPr/>
          <p:nvPr/>
        </p:nvSpPr>
        <p:spPr>
          <a:xfrm>
            <a:off x="4057650" y="41814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Path"/>
          <p:cNvSpPr/>
          <p:nvPr/>
        </p:nvSpPr>
        <p:spPr>
          <a:xfrm>
            <a:off x="4231395" y="4345781"/>
            <a:ext cx="114472" cy="126683"/>
          </a:xfrm>
          <a:custGeom>
            <a:avLst/>
            <a:gdLst/>
            <a:ahLst/>
            <a:cxnLst/>
            <a:rect l="0" t="0" r="r" b="b"/>
            <a:pathLst>
              <a:path w="114472" h="126683">
                <a:moveTo>
                  <a:pt x="94597" y="21431"/>
                </a:moveTo>
                <a:quadBezTo>
                  <a:pt x="95085" y="21397"/>
                  <a:pt x="95597" y="21431"/>
                </a:quadBezTo>
                <a:lnTo>
                  <a:pt x="107242" y="21431"/>
                </a:lnTo>
                <a:quadBezTo>
                  <a:pt x="110237" y="21345"/>
                  <a:pt x="112294" y="23524"/>
                </a:quadBezTo>
                <a:quadBezTo>
                  <a:pt x="114472" y="25580"/>
                  <a:pt x="114386" y="28575"/>
                </a:quadBezTo>
                <a:quadBezTo>
                  <a:pt x="114472" y="31570"/>
                  <a:pt x="112294" y="33626"/>
                </a:quadBezTo>
                <a:quadBezTo>
                  <a:pt x="110237" y="35805"/>
                  <a:pt x="107242" y="35719"/>
                </a:quadBezTo>
                <a:lnTo>
                  <a:pt x="102072" y="35719"/>
                </a:lnTo>
                <a:lnTo>
                  <a:pt x="97705" y="109957"/>
                </a:lnTo>
                <a:quadBezTo>
                  <a:pt x="97349" y="117075"/>
                  <a:pt x="92065" y="121938"/>
                </a:quadBezTo>
                <a:quadBezTo>
                  <a:pt x="86910" y="126683"/>
                  <a:pt x="79810" y="126683"/>
                </a:quadBezTo>
                <a:lnTo>
                  <a:pt x="34662" y="126683"/>
                </a:lnTo>
                <a:quadBezTo>
                  <a:pt x="27563" y="126683"/>
                  <a:pt x="22407" y="121938"/>
                </a:quadBezTo>
                <a:quadBezTo>
                  <a:pt x="17123" y="117075"/>
                  <a:pt x="16764" y="109894"/>
                </a:quadBezTo>
                <a:lnTo>
                  <a:pt x="12400" y="35719"/>
                </a:lnTo>
                <a:lnTo>
                  <a:pt x="7230" y="35719"/>
                </a:lnTo>
                <a:quadBezTo>
                  <a:pt x="4235" y="35805"/>
                  <a:pt x="2179" y="33626"/>
                </a:quadBezTo>
                <a:quadBezTo>
                  <a:pt x="0" y="31570"/>
                  <a:pt x="86" y="28575"/>
                </a:quadBezTo>
                <a:quadBezTo>
                  <a:pt x="0" y="25580"/>
                  <a:pt x="2179" y="23524"/>
                </a:quadBezTo>
                <a:quadBezTo>
                  <a:pt x="4235" y="21345"/>
                  <a:pt x="7230" y="21431"/>
                </a:quadBezTo>
                <a:lnTo>
                  <a:pt x="18875" y="21431"/>
                </a:lnTo>
                <a:quadBezTo>
                  <a:pt x="19387" y="21397"/>
                  <a:pt x="19876" y="21431"/>
                </a:quadBezTo>
                <a:lnTo>
                  <a:pt x="33424" y="21431"/>
                </a:lnTo>
                <a:lnTo>
                  <a:pt x="33424" y="16669"/>
                </a:lnTo>
                <a:quadBezTo>
                  <a:pt x="33424" y="9781"/>
                  <a:pt x="38314" y="4890"/>
                </a:quadBezTo>
                <a:quadBezTo>
                  <a:pt x="43204" y="0"/>
                  <a:pt x="50092" y="0"/>
                </a:quadBezTo>
                <a:lnTo>
                  <a:pt x="64380" y="0"/>
                </a:lnTo>
                <a:quadBezTo>
                  <a:pt x="71268" y="0"/>
                  <a:pt x="76158" y="4890"/>
                </a:quadBezTo>
                <a:quadBezTo>
                  <a:pt x="81049" y="9781"/>
                  <a:pt x="81049" y="16669"/>
                </a:quadBezTo>
                <a:lnTo>
                  <a:pt x="81049" y="21431"/>
                </a:lnTo>
                <a:lnTo>
                  <a:pt x="94597" y="21431"/>
                </a:lnTo>
                <a:close/>
                <a:moveTo>
                  <a:pt x="66761" y="21431"/>
                </a:moveTo>
                <a:lnTo>
                  <a:pt x="66761" y="16669"/>
                </a:lnTo>
                <a:quadBezTo>
                  <a:pt x="66761" y="14288"/>
                  <a:pt x="64380" y="14288"/>
                </a:quadBezTo>
                <a:lnTo>
                  <a:pt x="50092" y="14288"/>
                </a:lnTo>
                <a:quadBezTo>
                  <a:pt x="49122" y="14288"/>
                  <a:pt x="48417" y="14993"/>
                </a:quadBezTo>
                <a:quadBezTo>
                  <a:pt x="47711" y="15699"/>
                  <a:pt x="47711" y="16669"/>
                </a:quadBezTo>
                <a:lnTo>
                  <a:pt x="47711" y="21431"/>
                </a:lnTo>
                <a:lnTo>
                  <a:pt x="66761" y="21431"/>
                </a:lnTo>
                <a:close/>
                <a:moveTo>
                  <a:pt x="26712" y="35719"/>
                </a:moveTo>
                <a:lnTo>
                  <a:pt x="31034" y="109181"/>
                </a:lnTo>
                <a:quadBezTo>
                  <a:pt x="31194" y="112395"/>
                  <a:pt x="34662" y="112395"/>
                </a:quadBezTo>
                <a:lnTo>
                  <a:pt x="79810" y="112395"/>
                </a:lnTo>
                <a:quadBezTo>
                  <a:pt x="83278" y="112395"/>
                  <a:pt x="83442" y="109118"/>
                </a:quadBezTo>
                <a:lnTo>
                  <a:pt x="87760" y="35719"/>
                </a:lnTo>
                <a:lnTo>
                  <a:pt x="74355" y="35719"/>
                </a:lnTo>
                <a:quadBezTo>
                  <a:pt x="74133" y="35725"/>
                  <a:pt x="73905" y="35719"/>
                </a:quadBezTo>
                <a:quadBezTo>
                  <a:pt x="73677" y="35725"/>
                  <a:pt x="73454" y="35719"/>
                </a:quadBezTo>
                <a:lnTo>
                  <a:pt x="41018" y="35719"/>
                </a:lnTo>
                <a:quadBezTo>
                  <a:pt x="40795" y="35725"/>
                  <a:pt x="40567" y="35719"/>
                </a:quadBezTo>
                <a:quadBezTo>
                  <a:pt x="40339" y="35725"/>
                  <a:pt x="40117" y="35719"/>
                </a:quadBezTo>
                <a:lnTo>
                  <a:pt x="26712" y="35719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"/>
          <p:cNvSpPr/>
          <p:nvPr/>
        </p:nvSpPr>
        <p:spPr>
          <a:xfrm>
            <a:off x="4610100" y="41814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Ellipse"/>
          <p:cNvSpPr/>
          <p:nvPr/>
        </p:nvSpPr>
        <p:spPr>
          <a:xfrm>
            <a:off x="4752975" y="4391025"/>
            <a:ext cx="42863" cy="42863"/>
          </a:xfrm>
          <a:prstGeom prst="ellipse">
            <a:avLst/>
          </a:prstGeom>
          <a:noFill/>
          <a:ln w="14288">
            <a:solidFill>
              <a:srgbClr val="4B4B4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7" name="Path"/>
          <p:cNvSpPr/>
          <p:nvPr/>
        </p:nvSpPr>
        <p:spPr>
          <a:xfrm>
            <a:off x="4793370" y="4345695"/>
            <a:ext cx="138285" cy="138285"/>
          </a:xfrm>
          <a:custGeom>
            <a:avLst/>
            <a:gdLst/>
            <a:ahLst/>
            <a:cxnLst/>
            <a:rect l="0" t="0" r="r" b="b"/>
            <a:pathLst>
              <a:path w="138285" h="138285">
                <a:moveTo>
                  <a:pt x="76286" y="7230"/>
                </a:moveTo>
                <a:lnTo>
                  <a:pt x="76286" y="23899"/>
                </a:lnTo>
                <a:quadBezTo>
                  <a:pt x="76372" y="26893"/>
                  <a:pt x="74194" y="28950"/>
                </a:quadBezTo>
                <a:quadBezTo>
                  <a:pt x="72137" y="31129"/>
                  <a:pt x="69142" y="31042"/>
                </a:quadBezTo>
                <a:quadBezTo>
                  <a:pt x="66148" y="31129"/>
                  <a:pt x="64091" y="28950"/>
                </a:quadBezTo>
                <a:quadBezTo>
                  <a:pt x="61913" y="26893"/>
                  <a:pt x="61999" y="23899"/>
                </a:quadBezTo>
                <a:lnTo>
                  <a:pt x="61999" y="7230"/>
                </a:lnTo>
                <a:quadBezTo>
                  <a:pt x="61913" y="4235"/>
                  <a:pt x="64091" y="2179"/>
                </a:quadBezTo>
                <a:quadBezTo>
                  <a:pt x="66148" y="0"/>
                  <a:pt x="69142" y="86"/>
                </a:quadBezTo>
                <a:quadBezTo>
                  <a:pt x="72137" y="0"/>
                  <a:pt x="74194" y="2179"/>
                </a:quadBezTo>
                <a:quadBezTo>
                  <a:pt x="76372" y="4235"/>
                  <a:pt x="76286" y="7230"/>
                </a:quadBezTo>
                <a:close/>
                <a:moveTo>
                  <a:pt x="32182" y="42285"/>
                </a:moveTo>
                <a:lnTo>
                  <a:pt x="20276" y="30379"/>
                </a:lnTo>
                <a:quadBezTo>
                  <a:pt x="18097" y="28322"/>
                  <a:pt x="18184" y="25327"/>
                </a:quadBezTo>
                <a:quadBezTo>
                  <a:pt x="18097" y="22333"/>
                  <a:pt x="20276" y="20276"/>
                </a:quadBezTo>
                <a:quadBezTo>
                  <a:pt x="22333" y="18097"/>
                  <a:pt x="25327" y="18184"/>
                </a:quadBezTo>
                <a:quadBezTo>
                  <a:pt x="28322" y="18097"/>
                  <a:pt x="30379" y="20276"/>
                </a:quadBezTo>
                <a:lnTo>
                  <a:pt x="42285" y="32182"/>
                </a:lnTo>
                <a:quadBezTo>
                  <a:pt x="44464" y="34239"/>
                  <a:pt x="44377" y="37234"/>
                </a:quadBezTo>
                <a:quadBezTo>
                  <a:pt x="44464" y="40228"/>
                  <a:pt x="42285" y="42285"/>
                </a:quadBezTo>
                <a:quadBezTo>
                  <a:pt x="40228" y="44464"/>
                  <a:pt x="37234" y="44377"/>
                </a:quadBezTo>
                <a:quadBezTo>
                  <a:pt x="34239" y="44464"/>
                  <a:pt x="32182" y="42285"/>
                </a:quadBezTo>
                <a:close/>
                <a:moveTo>
                  <a:pt x="118009" y="30379"/>
                </a:moveTo>
                <a:lnTo>
                  <a:pt x="106103" y="42285"/>
                </a:lnTo>
                <a:quadBezTo>
                  <a:pt x="104046" y="44464"/>
                  <a:pt x="101051" y="44377"/>
                </a:quadBezTo>
                <a:quadBezTo>
                  <a:pt x="98056" y="44464"/>
                  <a:pt x="96000" y="42285"/>
                </a:quadBezTo>
                <a:quadBezTo>
                  <a:pt x="93821" y="40228"/>
                  <a:pt x="93907" y="37234"/>
                </a:quadBezTo>
                <a:quadBezTo>
                  <a:pt x="93821" y="34239"/>
                  <a:pt x="96000" y="32182"/>
                </a:quadBezTo>
                <a:lnTo>
                  <a:pt x="107906" y="20276"/>
                </a:lnTo>
                <a:quadBezTo>
                  <a:pt x="109963" y="18097"/>
                  <a:pt x="112957" y="18184"/>
                </a:quadBezTo>
                <a:quadBezTo>
                  <a:pt x="115952" y="18097"/>
                  <a:pt x="118009" y="20276"/>
                </a:quadBezTo>
                <a:quadBezTo>
                  <a:pt x="120187" y="22333"/>
                  <a:pt x="120101" y="25327"/>
                </a:quadBezTo>
                <a:quadBezTo>
                  <a:pt x="120187" y="28322"/>
                  <a:pt x="118009" y="30379"/>
                </a:quadBezTo>
                <a:close/>
                <a:moveTo>
                  <a:pt x="23899" y="76286"/>
                </a:moveTo>
                <a:lnTo>
                  <a:pt x="7230" y="76286"/>
                </a:lnTo>
                <a:quadBezTo>
                  <a:pt x="4235" y="76372"/>
                  <a:pt x="2179" y="74194"/>
                </a:quadBezTo>
                <a:quadBezTo>
                  <a:pt x="0" y="72137"/>
                  <a:pt x="86" y="69142"/>
                </a:quadBezTo>
                <a:quadBezTo>
                  <a:pt x="0" y="66148"/>
                  <a:pt x="2179" y="64091"/>
                </a:quadBezTo>
                <a:quadBezTo>
                  <a:pt x="4235" y="61913"/>
                  <a:pt x="7230" y="61999"/>
                </a:quadBezTo>
                <a:lnTo>
                  <a:pt x="23899" y="61999"/>
                </a:lnTo>
                <a:quadBezTo>
                  <a:pt x="26893" y="61913"/>
                  <a:pt x="28950" y="64091"/>
                </a:quadBezTo>
                <a:quadBezTo>
                  <a:pt x="31129" y="66148"/>
                  <a:pt x="31042" y="69142"/>
                </a:quadBezTo>
                <a:quadBezTo>
                  <a:pt x="31129" y="72137"/>
                  <a:pt x="28950" y="74194"/>
                </a:quadBezTo>
                <a:quadBezTo>
                  <a:pt x="26893" y="76372"/>
                  <a:pt x="23899" y="76286"/>
                </a:quadBezTo>
                <a:close/>
                <a:moveTo>
                  <a:pt x="131055" y="76286"/>
                </a:moveTo>
                <a:lnTo>
                  <a:pt x="114386" y="76286"/>
                </a:lnTo>
                <a:quadBezTo>
                  <a:pt x="111391" y="76372"/>
                  <a:pt x="109335" y="74194"/>
                </a:quadBezTo>
                <a:quadBezTo>
                  <a:pt x="107156" y="72137"/>
                  <a:pt x="107242" y="69142"/>
                </a:quadBezTo>
                <a:quadBezTo>
                  <a:pt x="107156" y="66148"/>
                  <a:pt x="109335" y="64091"/>
                </a:quadBezTo>
                <a:quadBezTo>
                  <a:pt x="111391" y="61913"/>
                  <a:pt x="114386" y="61999"/>
                </a:quadBezTo>
                <a:lnTo>
                  <a:pt x="131055" y="61999"/>
                </a:lnTo>
                <a:quadBezTo>
                  <a:pt x="134050" y="61913"/>
                  <a:pt x="136106" y="64091"/>
                </a:quadBezTo>
                <a:quadBezTo>
                  <a:pt x="138285" y="66148"/>
                  <a:pt x="138199" y="69142"/>
                </a:quadBezTo>
                <a:quadBezTo>
                  <a:pt x="138285" y="72137"/>
                  <a:pt x="136106" y="74194"/>
                </a:quadBezTo>
                <a:quadBezTo>
                  <a:pt x="134050" y="76372"/>
                  <a:pt x="131055" y="76286"/>
                </a:quadBezTo>
                <a:close/>
                <a:moveTo>
                  <a:pt x="42285" y="106103"/>
                </a:moveTo>
                <a:lnTo>
                  <a:pt x="30379" y="118009"/>
                </a:lnTo>
                <a:quadBezTo>
                  <a:pt x="28322" y="120187"/>
                  <a:pt x="25327" y="120101"/>
                </a:quadBezTo>
                <a:quadBezTo>
                  <a:pt x="22333" y="120187"/>
                  <a:pt x="20276" y="118009"/>
                </a:quadBezTo>
                <a:quadBezTo>
                  <a:pt x="18097" y="115952"/>
                  <a:pt x="18184" y="112957"/>
                </a:quadBezTo>
                <a:quadBezTo>
                  <a:pt x="18097" y="109963"/>
                  <a:pt x="20276" y="107906"/>
                </a:quadBezTo>
                <a:lnTo>
                  <a:pt x="32182" y="96000"/>
                </a:lnTo>
                <a:quadBezTo>
                  <a:pt x="34239" y="93821"/>
                  <a:pt x="37234" y="93907"/>
                </a:quadBezTo>
                <a:quadBezTo>
                  <a:pt x="40228" y="93821"/>
                  <a:pt x="42285" y="96000"/>
                </a:quadBezTo>
                <a:quadBezTo>
                  <a:pt x="44464" y="98056"/>
                  <a:pt x="44377" y="101051"/>
                </a:quadBezTo>
                <a:quadBezTo>
                  <a:pt x="44464" y="104046"/>
                  <a:pt x="42285" y="106103"/>
                </a:quadBezTo>
                <a:close/>
                <a:moveTo>
                  <a:pt x="107906" y="118009"/>
                </a:moveTo>
                <a:lnTo>
                  <a:pt x="96000" y="106103"/>
                </a:lnTo>
                <a:quadBezTo>
                  <a:pt x="93821" y="104046"/>
                  <a:pt x="93907" y="101051"/>
                </a:quadBezTo>
                <a:quadBezTo>
                  <a:pt x="93821" y="98056"/>
                  <a:pt x="96000" y="96000"/>
                </a:quadBezTo>
                <a:quadBezTo>
                  <a:pt x="98056" y="93821"/>
                  <a:pt x="101051" y="93907"/>
                </a:quadBezTo>
                <a:quadBezTo>
                  <a:pt x="104046" y="93821"/>
                  <a:pt x="106103" y="96000"/>
                </a:quadBezTo>
                <a:lnTo>
                  <a:pt x="118009" y="107906"/>
                </a:lnTo>
                <a:quadBezTo>
                  <a:pt x="120187" y="109963"/>
                  <a:pt x="120101" y="112957"/>
                </a:quadBezTo>
                <a:quadBezTo>
                  <a:pt x="120187" y="115952"/>
                  <a:pt x="118009" y="118009"/>
                </a:quadBezTo>
                <a:quadBezTo>
                  <a:pt x="115952" y="120187"/>
                  <a:pt x="112957" y="120101"/>
                </a:quadBezTo>
                <a:quadBezTo>
                  <a:pt x="109963" y="120187"/>
                  <a:pt x="107906" y="118009"/>
                </a:quadBezTo>
                <a:close/>
                <a:moveTo>
                  <a:pt x="76286" y="114386"/>
                </a:moveTo>
                <a:lnTo>
                  <a:pt x="76286" y="131055"/>
                </a:lnTo>
                <a:quadBezTo>
                  <a:pt x="76372" y="134050"/>
                  <a:pt x="74194" y="136106"/>
                </a:quadBezTo>
                <a:quadBezTo>
                  <a:pt x="72137" y="138285"/>
                  <a:pt x="69142" y="138199"/>
                </a:quadBezTo>
                <a:quadBezTo>
                  <a:pt x="66148" y="138285"/>
                  <a:pt x="64091" y="136106"/>
                </a:quadBezTo>
                <a:quadBezTo>
                  <a:pt x="61913" y="134050"/>
                  <a:pt x="61999" y="131055"/>
                </a:quadBezTo>
                <a:lnTo>
                  <a:pt x="61999" y="114386"/>
                </a:lnTo>
                <a:quadBezTo>
                  <a:pt x="61913" y="111391"/>
                  <a:pt x="64091" y="109335"/>
                </a:quadBezTo>
                <a:quadBezTo>
                  <a:pt x="66148" y="107156"/>
                  <a:pt x="69142" y="107242"/>
                </a:quadBezTo>
                <a:quadBezTo>
                  <a:pt x="72137" y="107156"/>
                  <a:pt x="74194" y="109335"/>
                </a:quadBezTo>
                <a:quadBezTo>
                  <a:pt x="76372" y="111391"/>
                  <a:pt x="76286" y="114386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"/>
          <p:cNvSpPr/>
          <p:nvPr/>
        </p:nvSpPr>
        <p:spPr>
          <a:xfrm>
            <a:off x="4763" y="3709988"/>
            <a:ext cx="13706475" cy="1114425"/>
          </a:xfrm>
          <a:prstGeom prst="roundRect">
            <a:avLst>
              <a:gd name="adj" fmla="val 8119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"/>
          <p:cNvSpPr/>
          <p:nvPr/>
        </p:nvSpPr>
        <p:spPr>
          <a:xfrm>
            <a:off x="0" y="4829175"/>
            <a:ext cx="137160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"/>
          <p:cNvSpPr txBox="1"/>
          <p:nvPr/>
        </p:nvSpPr>
        <p:spPr>
          <a:xfrm>
            <a:off x="190500" y="5019675"/>
            <a:ext cx="7429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编辑器工具条</a:t>
            </a:r>
          </a:p>
        </p:txBody>
      </p:sp>
      <p:sp>
        <p:nvSpPr>
          <p:cNvPr id="61" name="Rectangle"/>
          <p:cNvSpPr/>
          <p:nvPr/>
        </p:nvSpPr>
        <p:spPr>
          <a:xfrm>
            <a:off x="190500" y="53054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Path"/>
          <p:cNvSpPr/>
          <p:nvPr/>
        </p:nvSpPr>
        <p:spPr>
          <a:xfrm>
            <a:off x="373770" y="5479170"/>
            <a:ext cx="94372" cy="113520"/>
          </a:xfrm>
          <a:custGeom>
            <a:avLst/>
            <a:gdLst/>
            <a:ahLst/>
            <a:cxnLst/>
            <a:rect l="0" t="0" r="r" b="b"/>
            <a:pathLst>
              <a:path w="94372" h="113520">
                <a:moveTo>
                  <a:pt x="79446" y="54434"/>
                </a:moveTo>
                <a:quadBezTo>
                  <a:pt x="82393" y="56328"/>
                  <a:pt x="85031" y="58968"/>
                </a:quadBezTo>
                <a:quadBezTo>
                  <a:pt x="94372" y="68312"/>
                  <a:pt x="94372" y="81525"/>
                </a:quadBezTo>
                <a:quadBezTo>
                  <a:pt x="94372" y="94737"/>
                  <a:pt x="85031" y="104082"/>
                </a:quadBezTo>
                <a:quadBezTo>
                  <a:pt x="75691" y="113427"/>
                  <a:pt x="62475" y="113434"/>
                </a:quadBezTo>
                <a:lnTo>
                  <a:pt x="7230" y="113434"/>
                </a:lnTo>
                <a:quadBezTo>
                  <a:pt x="4235" y="113520"/>
                  <a:pt x="2179" y="111341"/>
                </a:quadBezTo>
                <a:quadBezTo>
                  <a:pt x="0" y="109285"/>
                  <a:pt x="86" y="106290"/>
                </a:quadBezTo>
                <a:lnTo>
                  <a:pt x="86" y="7230"/>
                </a:ln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lnTo>
                  <a:pt x="56760" y="86"/>
                </a:lnTo>
                <a:quadBezTo>
                  <a:pt x="69977" y="86"/>
                  <a:pt x="79323" y="9432"/>
                </a:quadBezTo>
                <a:quadBezTo>
                  <a:pt x="88669" y="18778"/>
                  <a:pt x="88669" y="31995"/>
                </a:quadBezTo>
                <a:quadBezTo>
                  <a:pt x="88669" y="45124"/>
                  <a:pt x="79446" y="54434"/>
                </a:quadBezTo>
                <a:close/>
                <a:moveTo>
                  <a:pt x="69220" y="44455"/>
                </a:moveTo>
                <a:quadBezTo>
                  <a:pt x="74381" y="39294"/>
                  <a:pt x="74381" y="31995"/>
                </a:quadBezTo>
                <a:quadBezTo>
                  <a:pt x="74381" y="24696"/>
                  <a:pt x="69220" y="19535"/>
                </a:quadBezTo>
                <a:quadBezTo>
                  <a:pt x="64059" y="14374"/>
                  <a:pt x="56760" y="14374"/>
                </a:quadBezTo>
                <a:lnTo>
                  <a:pt x="14374" y="14374"/>
                </a:lnTo>
                <a:lnTo>
                  <a:pt x="14374" y="49616"/>
                </a:lnTo>
                <a:lnTo>
                  <a:pt x="56760" y="49616"/>
                </a:lnTo>
                <a:quadBezTo>
                  <a:pt x="64059" y="49616"/>
                  <a:pt x="69220" y="44455"/>
                </a:quadBezTo>
                <a:close/>
                <a:moveTo>
                  <a:pt x="14374" y="63904"/>
                </a:moveTo>
                <a:lnTo>
                  <a:pt x="14374" y="99146"/>
                </a:lnTo>
                <a:lnTo>
                  <a:pt x="62475" y="99146"/>
                </a:lnTo>
                <a:quadBezTo>
                  <a:pt x="69768" y="99143"/>
                  <a:pt x="74926" y="93982"/>
                </a:quadBezTo>
                <a:quadBezTo>
                  <a:pt x="80084" y="88821"/>
                  <a:pt x="80084" y="81525"/>
                </a:quadBezTo>
                <a:quadBezTo>
                  <a:pt x="80084" y="74229"/>
                  <a:pt x="74926" y="69068"/>
                </a:quadBezTo>
                <a:quadBezTo>
                  <a:pt x="69769" y="63908"/>
                  <a:pt x="62475" y="63904"/>
                </a:quadBezTo>
                <a:lnTo>
                  <a:pt x="14374" y="63904"/>
                </a:lnTo>
                <a:close/>
              </a:path>
            </a:pathLst>
          </a:cu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"/>
          <p:cNvSpPr/>
          <p:nvPr/>
        </p:nvSpPr>
        <p:spPr>
          <a:xfrm>
            <a:off x="742950" y="53054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Path"/>
          <p:cNvSpPr/>
          <p:nvPr/>
        </p:nvSpPr>
        <p:spPr>
          <a:xfrm>
            <a:off x="935745" y="5479122"/>
            <a:ext cx="81135" cy="113616"/>
          </a:xfrm>
          <a:custGeom>
            <a:avLst/>
            <a:gdLst/>
            <a:ahLst/>
            <a:cxnLst/>
            <a:rect l="0" t="0" r="r" b="b"/>
            <a:pathLst>
              <a:path w="81135" h="113616">
                <a:moveTo>
                  <a:pt x="73905" y="134"/>
                </a:moveTo>
                <a:quadBezTo>
                  <a:pt x="76900" y="48"/>
                  <a:pt x="78956" y="2227"/>
                </a:quadBezTo>
                <a:quadBezTo>
                  <a:pt x="81135" y="4283"/>
                  <a:pt x="81049" y="7278"/>
                </a:quadBezTo>
                <a:quadBezTo>
                  <a:pt x="81135" y="10273"/>
                  <a:pt x="78956" y="12329"/>
                </a:quadBezTo>
                <a:quadBezTo>
                  <a:pt x="76900" y="14508"/>
                  <a:pt x="73905" y="14422"/>
                </a:quadBezTo>
                <a:lnTo>
                  <a:pt x="62799" y="14422"/>
                </a:lnTo>
                <a:lnTo>
                  <a:pt x="33455" y="99194"/>
                </a:lnTo>
                <a:lnTo>
                  <a:pt x="54855" y="99194"/>
                </a:lnTo>
                <a:quadBezTo>
                  <a:pt x="57850" y="99108"/>
                  <a:pt x="59906" y="101287"/>
                </a:quadBezTo>
                <a:quadBezTo>
                  <a:pt x="62085" y="103343"/>
                  <a:pt x="61999" y="106338"/>
                </a:quadBezTo>
                <a:quadBezTo>
                  <a:pt x="62085" y="109333"/>
                  <a:pt x="59906" y="111389"/>
                </a:quadBezTo>
                <a:quadBezTo>
                  <a:pt x="57850" y="113568"/>
                  <a:pt x="54855" y="113482"/>
                </a:quadBezTo>
                <a:lnTo>
                  <a:pt x="24391" y="113482"/>
                </a:lnTo>
                <a:quadBezTo>
                  <a:pt x="23492" y="113616"/>
                  <a:pt x="22577" y="113482"/>
                </a:quadBezTo>
                <a:lnTo>
                  <a:pt x="7230" y="113482"/>
                </a:lnTo>
                <a:quadBezTo>
                  <a:pt x="4235" y="113568"/>
                  <a:pt x="2179" y="111389"/>
                </a:quadBezTo>
                <a:quadBezTo>
                  <a:pt x="0" y="109333"/>
                  <a:pt x="86" y="106338"/>
                </a:quadBezTo>
                <a:quadBezTo>
                  <a:pt x="0" y="103343"/>
                  <a:pt x="2179" y="101287"/>
                </a:quadBezTo>
                <a:quadBezTo>
                  <a:pt x="4235" y="99108"/>
                  <a:pt x="7230" y="99194"/>
                </a:quadBezTo>
                <a:lnTo>
                  <a:pt x="18336" y="99194"/>
                </a:lnTo>
                <a:lnTo>
                  <a:pt x="47680" y="14422"/>
                </a:lnTo>
                <a:lnTo>
                  <a:pt x="26280" y="14422"/>
                </a:lnTo>
                <a:quadBezTo>
                  <a:pt x="23285" y="14508"/>
                  <a:pt x="21229" y="12329"/>
                </a:quadBezTo>
                <a:quadBezTo>
                  <a:pt x="19050" y="10273"/>
                  <a:pt x="19136" y="7278"/>
                </a:quadBezTo>
                <a:quadBezTo>
                  <a:pt x="19050" y="4283"/>
                  <a:pt x="21229" y="2227"/>
                </a:quadBezTo>
                <a:quadBezTo>
                  <a:pt x="23285" y="48"/>
                  <a:pt x="26280" y="134"/>
                </a:quadBezTo>
                <a:lnTo>
                  <a:pt x="56744" y="134"/>
                </a:lnTo>
                <a:quadBezTo>
                  <a:pt x="57643" y="0"/>
                  <a:pt x="58558" y="134"/>
                </a:quadBezTo>
                <a:lnTo>
                  <a:pt x="73905" y="134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"/>
          <p:cNvSpPr/>
          <p:nvPr/>
        </p:nvSpPr>
        <p:spPr>
          <a:xfrm>
            <a:off x="1295400" y="53054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Path"/>
          <p:cNvSpPr/>
          <p:nvPr/>
        </p:nvSpPr>
        <p:spPr>
          <a:xfrm>
            <a:off x="1478670" y="5479170"/>
            <a:ext cx="100185" cy="119235"/>
          </a:xfrm>
          <a:custGeom>
            <a:avLst/>
            <a:gdLst/>
            <a:ahLst/>
            <a:cxnLst/>
            <a:rect l="0" t="0" r="r" b="b"/>
            <a:pathLst>
              <a:path w="100185" h="119235">
                <a:moveTo>
                  <a:pt x="19136" y="56760"/>
                </a:moveTo>
                <a:quadBezTo>
                  <a:pt x="19136" y="69582"/>
                  <a:pt x="28203" y="78649"/>
                </a:quadBezTo>
                <a:quadBezTo>
                  <a:pt x="37270" y="87716"/>
                  <a:pt x="50092" y="87716"/>
                </a:quadBezTo>
                <a:quadBezTo>
                  <a:pt x="62915" y="87716"/>
                  <a:pt x="71982" y="78649"/>
                </a:quadBezTo>
                <a:quadBezTo>
                  <a:pt x="81049" y="69582"/>
                  <a:pt x="81049" y="56760"/>
                </a:quadBezTo>
                <a:lnTo>
                  <a:pt x="81049" y="7230"/>
                </a:lnTo>
                <a:quadBezTo>
                  <a:pt x="80963" y="4235"/>
                  <a:pt x="83141" y="2179"/>
                </a:quadBezTo>
                <a:quadBezTo>
                  <a:pt x="85198" y="0"/>
                  <a:pt x="88192" y="86"/>
                </a:quadBezTo>
                <a:quadBezTo>
                  <a:pt x="91187" y="0"/>
                  <a:pt x="93244" y="2179"/>
                </a:quadBezTo>
                <a:quadBezTo>
                  <a:pt x="95422" y="4235"/>
                  <a:pt x="95336" y="7230"/>
                </a:quadBezTo>
                <a:lnTo>
                  <a:pt x="95336" y="56760"/>
                </a:lnTo>
                <a:quadBezTo>
                  <a:pt x="95336" y="75501"/>
                  <a:pt x="82085" y="88752"/>
                </a:quadBezTo>
                <a:quadBezTo>
                  <a:pt x="68833" y="102004"/>
                  <a:pt x="50092" y="102004"/>
                </a:quadBezTo>
                <a:quadBezTo>
                  <a:pt x="31352" y="102004"/>
                  <a:pt x="18100" y="88752"/>
                </a:quadBezTo>
                <a:quadBezTo>
                  <a:pt x="4849" y="75501"/>
                  <a:pt x="4849" y="56760"/>
                </a:quadBezTo>
                <a:lnTo>
                  <a:pt x="4849" y="7230"/>
                </a:lnTo>
                <a:quadBezTo>
                  <a:pt x="4762" y="4235"/>
                  <a:pt x="6941" y="2179"/>
                </a:quadBezTo>
                <a:quadBezTo>
                  <a:pt x="8998" y="0"/>
                  <a:pt x="11992" y="86"/>
                </a:quadBezTo>
                <a:quadBezTo>
                  <a:pt x="14987" y="0"/>
                  <a:pt x="17044" y="2179"/>
                </a:quadBezTo>
                <a:quadBezTo>
                  <a:pt x="19222" y="4235"/>
                  <a:pt x="19136" y="7230"/>
                </a:quadBezTo>
                <a:lnTo>
                  <a:pt x="19136" y="56760"/>
                </a:lnTo>
                <a:close/>
                <a:moveTo>
                  <a:pt x="7230" y="104861"/>
                </a:moveTo>
                <a:lnTo>
                  <a:pt x="92955" y="104861"/>
                </a:lnTo>
                <a:quadBezTo>
                  <a:pt x="95950" y="104775"/>
                  <a:pt x="98006" y="106954"/>
                </a:quadBezTo>
                <a:quadBezTo>
                  <a:pt x="100185" y="109010"/>
                  <a:pt x="100099" y="112005"/>
                </a:quadBezTo>
                <a:quadBezTo>
                  <a:pt x="100185" y="115000"/>
                  <a:pt x="98006" y="117056"/>
                </a:quadBezTo>
                <a:quadBezTo>
                  <a:pt x="95950" y="119235"/>
                  <a:pt x="92955" y="119149"/>
                </a:quadBezTo>
                <a:lnTo>
                  <a:pt x="7230" y="119149"/>
                </a:lnTo>
                <a:quadBezTo>
                  <a:pt x="4235" y="119235"/>
                  <a:pt x="2179" y="117056"/>
                </a:quadBezTo>
                <a:quadBezTo>
                  <a:pt x="0" y="115000"/>
                  <a:pt x="86" y="112005"/>
                </a:quadBezTo>
                <a:quadBezTo>
                  <a:pt x="0" y="109010"/>
                  <a:pt x="2179" y="106954"/>
                </a:quadBezTo>
                <a:quadBezTo>
                  <a:pt x="4235" y="104775"/>
                  <a:pt x="7230" y="104861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"/>
          <p:cNvSpPr/>
          <p:nvPr/>
        </p:nvSpPr>
        <p:spPr>
          <a:xfrm>
            <a:off x="1847850" y="53054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Path"/>
          <p:cNvSpPr/>
          <p:nvPr/>
        </p:nvSpPr>
        <p:spPr>
          <a:xfrm>
            <a:off x="2021595" y="5479256"/>
            <a:ext cx="109710" cy="107632"/>
          </a:xfrm>
          <a:custGeom>
            <a:avLst/>
            <a:gdLst/>
            <a:ahLst/>
            <a:cxnLst/>
            <a:rect l="0" t="0" r="r" b="b"/>
            <a:pathLst>
              <a:path w="109710" h="107632">
                <a:moveTo>
                  <a:pt x="84924" y="26059"/>
                </a:moveTo>
                <a:quadBezTo>
                  <a:pt x="77861" y="14288"/>
                  <a:pt x="59617" y="14288"/>
                </a:quadBezTo>
                <a:quadBezTo>
                  <a:pt x="47810" y="14288"/>
                  <a:pt x="41004" y="19318"/>
                </a:quadBezTo>
                <a:quadBezTo>
                  <a:pt x="35329" y="23512"/>
                  <a:pt x="35329" y="30004"/>
                </a:quadBezTo>
                <a:quadBezTo>
                  <a:pt x="35329" y="34235"/>
                  <a:pt x="37720" y="36826"/>
                </a:quadBezTo>
                <a:quadBezTo>
                  <a:pt x="40601" y="39947"/>
                  <a:pt x="47589" y="42277"/>
                </a:quadBezTo>
                <a:quadBezTo>
                  <a:pt x="50457" y="43142"/>
                  <a:pt x="51720" y="45859"/>
                </a:quadBezTo>
                <a:quadBezTo>
                  <a:pt x="52188" y="46732"/>
                  <a:pt x="52389" y="47625"/>
                </a:quadBezTo>
                <a:lnTo>
                  <a:pt x="102480" y="47625"/>
                </a:lnTo>
                <a:quadBezTo>
                  <a:pt x="105475" y="47539"/>
                  <a:pt x="107531" y="49717"/>
                </a:quadBezTo>
                <a:quadBezTo>
                  <a:pt x="109710" y="51774"/>
                  <a:pt x="109624" y="54769"/>
                </a:quadBezTo>
                <a:quadBezTo>
                  <a:pt x="109710" y="57763"/>
                  <a:pt x="107531" y="59820"/>
                </a:quadBezTo>
                <a:quadBezTo>
                  <a:pt x="105475" y="61999"/>
                  <a:pt x="102480" y="61913"/>
                </a:quadBezTo>
                <a:lnTo>
                  <a:pt x="91232" y="61913"/>
                </a:lnTo>
                <a:quadBezTo>
                  <a:pt x="95336" y="68316"/>
                  <a:pt x="95336" y="76676"/>
                </a:quadBezTo>
                <a:quadBezTo>
                  <a:pt x="95336" y="91055"/>
                  <a:pt x="83768" y="99670"/>
                </a:quadBezTo>
                <a:quadBezTo>
                  <a:pt x="73075" y="107632"/>
                  <a:pt x="55807" y="107632"/>
                </a:quadBezTo>
                <a:quadBezTo>
                  <a:pt x="31347" y="107632"/>
                  <a:pt x="20336" y="91116"/>
                </a:quadBezTo>
                <a:quadBezTo>
                  <a:pt x="18603" y="88672"/>
                  <a:pt x="19275" y="85753"/>
                </a:quadBezTo>
                <a:quadBezTo>
                  <a:pt x="19778" y="82799"/>
                  <a:pt x="22317" y="81210"/>
                </a:quadBezTo>
                <a:quadBezTo>
                  <a:pt x="24761" y="79477"/>
                  <a:pt x="27681" y="80149"/>
                </a:quadBezTo>
                <a:quadBezTo>
                  <a:pt x="30634" y="80652"/>
                  <a:pt x="32224" y="83191"/>
                </a:quadBezTo>
                <a:quadBezTo>
                  <a:pt x="38993" y="93345"/>
                  <a:pt x="55807" y="93345"/>
                </a:quadBezTo>
                <a:quadBezTo>
                  <a:pt x="68340" y="93345"/>
                  <a:pt x="75234" y="88211"/>
                </a:quadBezTo>
                <a:quadBezTo>
                  <a:pt x="81049" y="83881"/>
                  <a:pt x="81049" y="76676"/>
                </a:quadBezTo>
                <a:quadBezTo>
                  <a:pt x="81049" y="71063"/>
                  <a:pt x="77426" y="67440"/>
                </a:quadBezTo>
                <a:quadBezTo>
                  <a:pt x="75247" y="65383"/>
                  <a:pt x="75334" y="62389"/>
                </a:quadBezTo>
                <a:quadBezTo>
                  <a:pt x="75327" y="62148"/>
                  <a:pt x="75334" y="61913"/>
                </a:quadBezTo>
                <a:lnTo>
                  <a:pt x="7230" y="61913"/>
                </a:lnTo>
                <a:quadBezTo>
                  <a:pt x="4235" y="61999"/>
                  <a:pt x="2179" y="59820"/>
                </a:quadBezTo>
                <a:quadBezTo>
                  <a:pt x="0" y="57763"/>
                  <a:pt x="86" y="54769"/>
                </a:quadBezTo>
                <a:quadBezTo>
                  <a:pt x="0" y="51774"/>
                  <a:pt x="2179" y="49717"/>
                </a:quadBezTo>
                <a:quadBezTo>
                  <a:pt x="4235" y="47539"/>
                  <a:pt x="7230" y="47625"/>
                </a:quadBezTo>
                <a:lnTo>
                  <a:pt x="28375" y="47625"/>
                </a:lnTo>
                <a:quadBezTo>
                  <a:pt x="21041" y="40669"/>
                  <a:pt x="21041" y="30004"/>
                </a:quadBezTo>
                <a:quadBezTo>
                  <a:pt x="21041" y="16306"/>
                  <a:pt x="32511" y="7828"/>
                </a:quadBezTo>
                <a:quadBezTo>
                  <a:pt x="43102" y="0"/>
                  <a:pt x="59617" y="0"/>
                </a:quadBezTo>
                <a:quadBezTo>
                  <a:pt x="71921" y="0"/>
                  <a:pt x="81686" y="4774"/>
                </a:quadBezTo>
                <a:quadBezTo>
                  <a:pt x="91774" y="9706"/>
                  <a:pt x="97176" y="18708"/>
                </a:quadBezTo>
                <a:quadBezTo>
                  <a:pt x="98790" y="21232"/>
                  <a:pt x="97980" y="24116"/>
                </a:quadBezTo>
                <a:quadBezTo>
                  <a:pt x="97338" y="27043"/>
                  <a:pt x="94725" y="28509"/>
                </a:quadBezTo>
                <a:quadBezTo>
                  <a:pt x="92202" y="30124"/>
                  <a:pt x="89317" y="29314"/>
                </a:quadBezTo>
                <a:quadBezTo>
                  <a:pt x="86391" y="28671"/>
                  <a:pt x="84924" y="26059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"/>
          <p:cNvSpPr/>
          <p:nvPr/>
        </p:nvSpPr>
        <p:spPr>
          <a:xfrm>
            <a:off x="2400300" y="53054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Path"/>
          <p:cNvSpPr/>
          <p:nvPr/>
        </p:nvSpPr>
        <p:spPr>
          <a:xfrm>
            <a:off x="2593095" y="5507745"/>
            <a:ext cx="81135" cy="47797"/>
          </a:xfrm>
          <a:custGeom>
            <a:avLst/>
            <a:gdLst/>
            <a:ahLst/>
            <a:cxnLst/>
            <a:rect l="0" t="0" r="r" b="b"/>
            <a:pathLst>
              <a:path w="81135" h="47797">
                <a:moveTo>
                  <a:pt x="12281" y="2179"/>
                </a:moveTo>
                <a:lnTo>
                  <a:pt x="40567" y="30465"/>
                </a:lnTo>
                <a:lnTo>
                  <a:pt x="68854" y="2179"/>
                </a:lnTo>
                <a:quadBezTo>
                  <a:pt x="70910" y="0"/>
                  <a:pt x="73905" y="86"/>
                </a:quadBezTo>
                <a:quadBezTo>
                  <a:pt x="76900" y="0"/>
                  <a:pt x="78956" y="2179"/>
                </a:quadBezTo>
                <a:quadBezTo>
                  <a:pt x="81135" y="4235"/>
                  <a:pt x="81049" y="7230"/>
                </a:quadBezTo>
                <a:quadBezTo>
                  <a:pt x="81135" y="10225"/>
                  <a:pt x="78956" y="12281"/>
                </a:quadBezTo>
                <a:lnTo>
                  <a:pt x="45619" y="45619"/>
                </a:lnTo>
                <a:quadBezTo>
                  <a:pt x="43562" y="47797"/>
                  <a:pt x="40567" y="47711"/>
                </a:quadBezTo>
                <a:quadBezTo>
                  <a:pt x="37573" y="47797"/>
                  <a:pt x="35516" y="45619"/>
                </a:quadBez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"/>
          <p:cNvSpPr/>
          <p:nvPr/>
        </p:nvSpPr>
        <p:spPr>
          <a:xfrm>
            <a:off x="2952750" y="53054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Path"/>
          <p:cNvSpPr/>
          <p:nvPr/>
        </p:nvSpPr>
        <p:spPr>
          <a:xfrm>
            <a:off x="3126538" y="5488380"/>
            <a:ext cx="114429" cy="100816"/>
          </a:xfrm>
          <a:custGeom>
            <a:avLst/>
            <a:gdLst/>
            <a:ahLst/>
            <a:cxnLst/>
            <a:rect l="0" t="0" r="r" b="b"/>
            <a:pathLst>
              <a:path w="114429" h="100816">
                <a:moveTo>
                  <a:pt x="16237" y="50408"/>
                </a:moveTo>
                <a:lnTo>
                  <a:pt x="46163" y="88885"/>
                </a:lnTo>
                <a:quadBezTo>
                  <a:pt x="48070" y="91196"/>
                  <a:pt x="47613" y="94157"/>
                </a:quadBezTo>
                <a:quadBezTo>
                  <a:pt x="47327" y="97139"/>
                  <a:pt x="44910" y="98910"/>
                </a:quadBezTo>
                <a:quadBezTo>
                  <a:pt x="42599" y="100816"/>
                  <a:pt x="39638" y="100359"/>
                </a:quadBezTo>
                <a:quadBezTo>
                  <a:pt x="36656" y="100073"/>
                  <a:pt x="34885" y="97656"/>
                </a:quadBezTo>
                <a:lnTo>
                  <a:pt x="1548" y="54794"/>
                </a:lnTo>
                <a:quadBezTo>
                  <a:pt x="0" y="52874"/>
                  <a:pt x="43" y="50408"/>
                </a:quadBezTo>
                <a:quadBezTo>
                  <a:pt x="0" y="47942"/>
                  <a:pt x="1548" y="46022"/>
                </a:quadBezTo>
                <a:lnTo>
                  <a:pt x="34885" y="3160"/>
                </a:lnTo>
                <a:quadBezTo>
                  <a:pt x="36656" y="743"/>
                  <a:pt x="39638" y="457"/>
                </a:quadBezTo>
                <a:quadBezTo>
                  <a:pt x="42599" y="0"/>
                  <a:pt x="44910" y="1907"/>
                </a:quadBezTo>
                <a:quadBezTo>
                  <a:pt x="47327" y="3677"/>
                  <a:pt x="47613" y="6659"/>
                </a:quadBezTo>
                <a:quadBezTo>
                  <a:pt x="48070" y="9620"/>
                  <a:pt x="46163" y="11931"/>
                </a:quadBezTo>
                <a:lnTo>
                  <a:pt x="16237" y="50408"/>
                </a:lnTo>
                <a:close/>
                <a:moveTo>
                  <a:pt x="114343" y="93271"/>
                </a:moveTo>
                <a:quadBezTo>
                  <a:pt x="114429" y="96265"/>
                  <a:pt x="112251" y="98322"/>
                </a:quadBezTo>
                <a:quadBezTo>
                  <a:pt x="110194" y="100501"/>
                  <a:pt x="107199" y="100414"/>
                </a:quadBezTo>
                <a:quadBezTo>
                  <a:pt x="104205" y="100501"/>
                  <a:pt x="102148" y="98322"/>
                </a:quadBezTo>
                <a:quadBezTo>
                  <a:pt x="99969" y="96265"/>
                  <a:pt x="100056" y="93271"/>
                </a:quadBezTo>
                <a:lnTo>
                  <a:pt x="100056" y="7546"/>
                </a:lnTo>
                <a:quadBezTo>
                  <a:pt x="99969" y="4551"/>
                  <a:pt x="102148" y="2494"/>
                </a:quadBezTo>
                <a:quadBezTo>
                  <a:pt x="104205" y="316"/>
                  <a:pt x="107199" y="402"/>
                </a:quadBezTo>
                <a:quadBezTo>
                  <a:pt x="110194" y="316"/>
                  <a:pt x="112251" y="2494"/>
                </a:quadBezTo>
                <a:quadBezTo>
                  <a:pt x="114429" y="4551"/>
                  <a:pt x="114343" y="7546"/>
                </a:quadBezTo>
                <a:lnTo>
                  <a:pt x="114343" y="93271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"/>
          <p:cNvSpPr/>
          <p:nvPr/>
        </p:nvSpPr>
        <p:spPr>
          <a:xfrm>
            <a:off x="3505200" y="53054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Path"/>
          <p:cNvSpPr/>
          <p:nvPr/>
        </p:nvSpPr>
        <p:spPr>
          <a:xfrm>
            <a:off x="3678945" y="5488380"/>
            <a:ext cx="114429" cy="100816"/>
          </a:xfrm>
          <a:custGeom>
            <a:avLst/>
            <a:gdLst/>
            <a:ahLst/>
            <a:cxnLst/>
            <a:rect l="0" t="0" r="r" b="b"/>
            <a:pathLst>
              <a:path w="114429" h="100816">
                <a:moveTo>
                  <a:pt x="112881" y="46022"/>
                </a:moveTo>
                <a:quadBezTo>
                  <a:pt x="114429" y="47942"/>
                  <a:pt x="114386" y="50408"/>
                </a:quadBezTo>
                <a:quadBezTo>
                  <a:pt x="114429" y="52874"/>
                  <a:pt x="112881" y="54794"/>
                </a:quadBezTo>
                <a:lnTo>
                  <a:pt x="79544" y="97656"/>
                </a:lnTo>
                <a:quadBezTo>
                  <a:pt x="77773" y="100073"/>
                  <a:pt x="74791" y="100359"/>
                </a:quadBezTo>
                <a:quadBezTo>
                  <a:pt x="71830" y="100816"/>
                  <a:pt x="69519" y="98910"/>
                </a:quadBezTo>
                <a:quadBezTo>
                  <a:pt x="67102" y="97139"/>
                  <a:pt x="66816" y="94157"/>
                </a:quadBezTo>
                <a:quadBezTo>
                  <a:pt x="66359" y="91196"/>
                  <a:pt x="68266" y="88885"/>
                </a:quadBezTo>
                <a:lnTo>
                  <a:pt x="98192" y="50408"/>
                </a:lnTo>
                <a:lnTo>
                  <a:pt x="68266" y="11931"/>
                </a:lnTo>
                <a:quadBezTo>
                  <a:pt x="66359" y="9620"/>
                  <a:pt x="66816" y="6659"/>
                </a:quadBezTo>
                <a:quadBezTo>
                  <a:pt x="67102" y="3677"/>
                  <a:pt x="69519" y="1907"/>
                </a:quadBezTo>
                <a:quadBezTo>
                  <a:pt x="71830" y="0"/>
                  <a:pt x="74791" y="457"/>
                </a:quadBezTo>
                <a:quadBezTo>
                  <a:pt x="77773" y="743"/>
                  <a:pt x="79544" y="3160"/>
                </a:quadBezTo>
                <a:lnTo>
                  <a:pt x="112881" y="46022"/>
                </a:lnTo>
                <a:close/>
                <a:moveTo>
                  <a:pt x="14374" y="7546"/>
                </a:moveTo>
                <a:lnTo>
                  <a:pt x="14374" y="93271"/>
                </a:lnTo>
                <a:quadBezTo>
                  <a:pt x="14460" y="96265"/>
                  <a:pt x="12281" y="98322"/>
                </a:quadBezTo>
                <a:quadBezTo>
                  <a:pt x="10225" y="100501"/>
                  <a:pt x="7230" y="100414"/>
                </a:quadBezTo>
                <a:quadBezTo>
                  <a:pt x="4235" y="100501"/>
                  <a:pt x="2179" y="98322"/>
                </a:quadBezTo>
                <a:quadBezTo>
                  <a:pt x="0" y="96265"/>
                  <a:pt x="86" y="93271"/>
                </a:quadBezTo>
                <a:lnTo>
                  <a:pt x="86" y="7546"/>
                </a:lnTo>
                <a:quadBezTo>
                  <a:pt x="0" y="4551"/>
                  <a:pt x="2179" y="2494"/>
                </a:quadBezTo>
                <a:quadBezTo>
                  <a:pt x="4235" y="316"/>
                  <a:pt x="7230" y="402"/>
                </a:quadBezTo>
                <a:quadBezTo>
                  <a:pt x="10225" y="316"/>
                  <a:pt x="12281" y="2494"/>
                </a:quadBezTo>
                <a:quadBezTo>
                  <a:pt x="14460" y="4551"/>
                  <a:pt x="14374" y="7546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"/>
          <p:cNvSpPr/>
          <p:nvPr/>
        </p:nvSpPr>
        <p:spPr>
          <a:xfrm>
            <a:off x="4057650" y="53054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Path"/>
          <p:cNvSpPr/>
          <p:nvPr/>
        </p:nvSpPr>
        <p:spPr>
          <a:xfrm>
            <a:off x="4221870" y="5498220"/>
            <a:ext cx="109624" cy="71610"/>
          </a:xfrm>
          <a:custGeom>
            <a:avLst/>
            <a:gdLst/>
            <a:ahLst/>
            <a:cxnLst/>
            <a:rect l="0" t="0" r="r" b="b"/>
            <a:pathLst>
              <a:path w="109624" h="71610">
                <a:moveTo>
                  <a:pt x="7230" y="86"/>
                </a:moveTo>
                <a:lnTo>
                  <a:pt x="73905" y="86"/>
                </a:lnTo>
                <a:quadBezTo>
                  <a:pt x="88700" y="86"/>
                  <a:pt x="99162" y="10548"/>
                </a:quadBezTo>
                <a:quadBezTo>
                  <a:pt x="109624" y="21010"/>
                  <a:pt x="109624" y="35805"/>
                </a:quadBezTo>
                <a:quadBezTo>
                  <a:pt x="109624" y="50600"/>
                  <a:pt x="99162" y="61062"/>
                </a:quadBezTo>
                <a:quadBezTo>
                  <a:pt x="88700" y="71524"/>
                  <a:pt x="73905" y="71524"/>
                </a:quadBezTo>
                <a:lnTo>
                  <a:pt x="45330" y="71524"/>
                </a:lnTo>
                <a:quadBezTo>
                  <a:pt x="42335" y="71610"/>
                  <a:pt x="40279" y="69431"/>
                </a:quadBezTo>
                <a:quadBezTo>
                  <a:pt x="38100" y="67375"/>
                  <a:pt x="38186" y="64380"/>
                </a:quadBezTo>
                <a:quadBezTo>
                  <a:pt x="38100" y="61385"/>
                  <a:pt x="40279" y="59329"/>
                </a:quadBezTo>
                <a:quadBezTo>
                  <a:pt x="42335" y="57150"/>
                  <a:pt x="45330" y="57236"/>
                </a:quadBezTo>
                <a:lnTo>
                  <a:pt x="73905" y="57236"/>
                </a:lnTo>
                <a:quadBezTo>
                  <a:pt x="82782" y="57236"/>
                  <a:pt x="89059" y="50959"/>
                </a:quadBezTo>
                <a:quadBezTo>
                  <a:pt x="95336" y="44682"/>
                  <a:pt x="95336" y="35805"/>
                </a:quadBezTo>
                <a:quadBezTo>
                  <a:pt x="95336" y="26928"/>
                  <a:pt x="89059" y="20651"/>
                </a:quadBezTo>
                <a:quadBezTo>
                  <a:pt x="82782" y="14374"/>
                  <a:pt x="73905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Path"/>
          <p:cNvSpPr/>
          <p:nvPr/>
        </p:nvSpPr>
        <p:spPr>
          <a:xfrm>
            <a:off x="4317120" y="5507745"/>
            <a:ext cx="38272" cy="62085"/>
          </a:xfrm>
          <a:custGeom>
            <a:avLst/>
            <a:gdLst/>
            <a:ahLst/>
            <a:cxnLst/>
            <a:rect l="0" t="0" r="r" b="b"/>
            <a:pathLst>
              <a:path w="38272" h="62085">
                <a:moveTo>
                  <a:pt x="36094" y="12281"/>
                </a:moveTo>
                <a:lnTo>
                  <a:pt x="17333" y="31042"/>
                </a:lnTo>
                <a:lnTo>
                  <a:pt x="36094" y="49804"/>
                </a:lnTo>
                <a:quadBezTo>
                  <a:pt x="38272" y="51860"/>
                  <a:pt x="38186" y="54855"/>
                </a:quadBezTo>
                <a:quadBezTo>
                  <a:pt x="38272" y="57850"/>
                  <a:pt x="36094" y="59906"/>
                </a:quadBezTo>
                <a:quadBezTo>
                  <a:pt x="34037" y="62085"/>
                  <a:pt x="31042" y="61999"/>
                </a:quadBezTo>
                <a:quadBezTo>
                  <a:pt x="28048" y="62085"/>
                  <a:pt x="25991" y="59906"/>
                </a:quadBezTo>
                <a:lnTo>
                  <a:pt x="2179" y="36094"/>
                </a:lnTo>
                <a:quadBezTo>
                  <a:pt x="0" y="34037"/>
                  <a:pt x="86" y="31042"/>
                </a:quadBezTo>
                <a:quadBezTo>
                  <a:pt x="0" y="28048"/>
                  <a:pt x="2179" y="25991"/>
                </a:quadBezTo>
                <a:lnTo>
                  <a:pt x="25991" y="2179"/>
                </a:lnTo>
                <a:quadBezTo>
                  <a:pt x="28048" y="0"/>
                  <a:pt x="31042" y="86"/>
                </a:quadBezTo>
                <a:quadBezTo>
                  <a:pt x="34037" y="0"/>
                  <a:pt x="36094" y="2179"/>
                </a:quadBezTo>
                <a:quadBezTo>
                  <a:pt x="38272" y="4235"/>
                  <a:pt x="38186" y="7230"/>
                </a:quadBezTo>
                <a:quadBezTo>
                  <a:pt x="38272" y="10225"/>
                  <a:pt x="36094" y="12281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"/>
          <p:cNvSpPr/>
          <p:nvPr/>
        </p:nvSpPr>
        <p:spPr>
          <a:xfrm>
            <a:off x="4610100" y="53054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Path"/>
          <p:cNvSpPr/>
          <p:nvPr/>
        </p:nvSpPr>
        <p:spPr>
          <a:xfrm>
            <a:off x="4774406" y="5498220"/>
            <a:ext cx="109624" cy="71610"/>
          </a:xfrm>
          <a:custGeom>
            <a:avLst/>
            <a:gdLst/>
            <a:ahLst/>
            <a:cxnLst/>
            <a:rect l="0" t="0" r="r" b="b"/>
            <a:pathLst>
              <a:path w="109624" h="71610">
                <a:moveTo>
                  <a:pt x="102394" y="14374"/>
                </a:moveTo>
                <a:lnTo>
                  <a:pt x="35719" y="14374"/>
                </a:lnTo>
                <a:quadBezTo>
                  <a:pt x="26842" y="14374"/>
                  <a:pt x="20565" y="20651"/>
                </a:quadBezTo>
                <a:quadBezTo>
                  <a:pt x="14288" y="26928"/>
                  <a:pt x="14288" y="35805"/>
                </a:quadBezTo>
                <a:quadBezTo>
                  <a:pt x="14288" y="44682"/>
                  <a:pt x="20565" y="50959"/>
                </a:quadBezTo>
                <a:quadBezTo>
                  <a:pt x="26842" y="57236"/>
                  <a:pt x="35719" y="57236"/>
                </a:quadBezTo>
                <a:lnTo>
                  <a:pt x="64294" y="57236"/>
                </a:lnTo>
                <a:quadBezTo>
                  <a:pt x="67288" y="57150"/>
                  <a:pt x="69345" y="59329"/>
                </a:quadBezTo>
                <a:quadBezTo>
                  <a:pt x="71524" y="61385"/>
                  <a:pt x="71438" y="64380"/>
                </a:quadBezTo>
                <a:quadBezTo>
                  <a:pt x="71524" y="67375"/>
                  <a:pt x="69345" y="69431"/>
                </a:quadBezTo>
                <a:quadBezTo>
                  <a:pt x="67288" y="71610"/>
                  <a:pt x="64294" y="71524"/>
                </a:quadBezTo>
                <a:lnTo>
                  <a:pt x="35719" y="71524"/>
                </a:lnTo>
                <a:quadBezTo>
                  <a:pt x="20924" y="71524"/>
                  <a:pt x="10462" y="61062"/>
                </a:quadBezTo>
                <a:quadBezTo>
                  <a:pt x="0" y="50600"/>
                  <a:pt x="0" y="35805"/>
                </a:quadBezTo>
                <a:quadBezTo>
                  <a:pt x="0" y="21010"/>
                  <a:pt x="10462" y="10548"/>
                </a:quadBezTo>
                <a:quadBezTo>
                  <a:pt x="20924" y="86"/>
                  <a:pt x="35719" y="86"/>
                </a:quadBezTo>
                <a:lnTo>
                  <a:pt x="102394" y="86"/>
                </a:lnTo>
                <a:quadBezTo>
                  <a:pt x="105388" y="0"/>
                  <a:pt x="107445" y="2179"/>
                </a:quadBezTo>
                <a:quadBezTo>
                  <a:pt x="109624" y="4235"/>
                  <a:pt x="109538" y="7230"/>
                </a:quadBezTo>
                <a:quadBezTo>
                  <a:pt x="109624" y="10225"/>
                  <a:pt x="107445" y="12281"/>
                </a:quadBezTo>
                <a:quadBezTo>
                  <a:pt x="105388" y="14460"/>
                  <a:pt x="102394" y="14374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Path"/>
          <p:cNvSpPr/>
          <p:nvPr/>
        </p:nvSpPr>
        <p:spPr>
          <a:xfrm>
            <a:off x="4869570" y="5507745"/>
            <a:ext cx="38272" cy="62085"/>
          </a:xfrm>
          <a:custGeom>
            <a:avLst/>
            <a:gdLst/>
            <a:ahLst/>
            <a:cxnLst/>
            <a:rect l="0" t="0" r="r" b="b"/>
            <a:pathLst>
              <a:path w="38272" h="62085">
                <a:moveTo>
                  <a:pt x="12281" y="2179"/>
                </a:moveTo>
                <a:lnTo>
                  <a:pt x="36094" y="25991"/>
                </a:lnTo>
                <a:quadBezTo>
                  <a:pt x="38272" y="28048"/>
                  <a:pt x="38186" y="31042"/>
                </a:quadBezTo>
                <a:quadBezTo>
                  <a:pt x="38272" y="34037"/>
                  <a:pt x="36094" y="36094"/>
                </a:quadBezTo>
                <a:lnTo>
                  <a:pt x="12281" y="59906"/>
                </a:lnTo>
                <a:quadBezTo>
                  <a:pt x="10225" y="62085"/>
                  <a:pt x="7230" y="61999"/>
                </a:quadBezTo>
                <a:quadBezTo>
                  <a:pt x="4235" y="62085"/>
                  <a:pt x="2179" y="59906"/>
                </a:quadBezTo>
                <a:quadBezTo>
                  <a:pt x="0" y="57850"/>
                  <a:pt x="86" y="54855"/>
                </a:quadBezTo>
                <a:quadBezTo>
                  <a:pt x="0" y="51860"/>
                  <a:pt x="2179" y="49804"/>
                </a:quadBezTo>
                <a:lnTo>
                  <a:pt x="20940" y="31042"/>
                </a:ln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"/>
          <p:cNvSpPr/>
          <p:nvPr/>
        </p:nvSpPr>
        <p:spPr>
          <a:xfrm>
            <a:off x="5162550" y="53054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Path"/>
          <p:cNvSpPr/>
          <p:nvPr/>
        </p:nvSpPr>
        <p:spPr>
          <a:xfrm>
            <a:off x="5317216" y="5488780"/>
            <a:ext cx="78454" cy="85145"/>
          </a:xfrm>
          <a:custGeom>
            <a:avLst/>
            <a:gdLst/>
            <a:ahLst/>
            <a:cxnLst/>
            <a:rect l="0" t="0" r="r" b="b"/>
            <a:pathLst>
              <a:path w="78454" h="85145">
                <a:moveTo>
                  <a:pt x="12260" y="66093"/>
                </a:moveTo>
                <a:quadBezTo>
                  <a:pt x="17121" y="70858"/>
                  <a:pt x="23928" y="70858"/>
                </a:quadBezTo>
                <a:quadBezTo>
                  <a:pt x="30735" y="70858"/>
                  <a:pt x="35596" y="66093"/>
                </a:quadBezTo>
                <a:lnTo>
                  <a:pt x="59358" y="42331"/>
                </a:lnTo>
                <a:quadBezTo>
                  <a:pt x="64166" y="37520"/>
                  <a:pt x="64164" y="30716"/>
                </a:quadBezTo>
                <a:quadBezTo>
                  <a:pt x="64163" y="23913"/>
                  <a:pt x="59352" y="19102"/>
                </a:quadBezTo>
                <a:quadBezTo>
                  <a:pt x="54542" y="14291"/>
                  <a:pt x="47738" y="14290"/>
                </a:quadBezTo>
                <a:quadBezTo>
                  <a:pt x="40934" y="14289"/>
                  <a:pt x="36122" y="19098"/>
                </a:quadBezTo>
                <a:lnTo>
                  <a:pt x="21836" y="33384"/>
                </a:lnTo>
                <a:quadBezTo>
                  <a:pt x="19779" y="35562"/>
                  <a:pt x="16785" y="35476"/>
                </a:quadBezTo>
                <a:quadBezTo>
                  <a:pt x="13790" y="35562"/>
                  <a:pt x="11733" y="33384"/>
                </a:quadBezTo>
                <a:quadBezTo>
                  <a:pt x="9555" y="31327"/>
                  <a:pt x="9641" y="28332"/>
                </a:quadBezTo>
                <a:quadBezTo>
                  <a:pt x="9555" y="25337"/>
                  <a:pt x="11733" y="23281"/>
                </a:quadBezTo>
                <a:lnTo>
                  <a:pt x="26022" y="8991"/>
                </a:lnTo>
                <a:quadBezTo>
                  <a:pt x="35020" y="0"/>
                  <a:pt x="47740" y="2"/>
                </a:quadBezTo>
                <a:quadBezTo>
                  <a:pt x="60461" y="4"/>
                  <a:pt x="69455" y="8999"/>
                </a:quadBezTo>
                <a:quadBezTo>
                  <a:pt x="78450" y="17994"/>
                  <a:pt x="78452" y="30714"/>
                </a:quadBezTo>
                <a:quadBezTo>
                  <a:pt x="78454" y="43434"/>
                  <a:pt x="69461" y="52434"/>
                </a:quadBezTo>
                <a:lnTo>
                  <a:pt x="45598" y="76296"/>
                </a:lnTo>
                <a:quadBezTo>
                  <a:pt x="36570" y="85145"/>
                  <a:pt x="23928" y="85145"/>
                </a:quadBezTo>
                <a:quadBezTo>
                  <a:pt x="11287" y="85145"/>
                  <a:pt x="2259" y="76296"/>
                </a:quadBezTo>
                <a:quadBezTo>
                  <a:pt x="60" y="74262"/>
                  <a:pt x="116" y="71266"/>
                </a:quadBezTo>
                <a:quadBezTo>
                  <a:pt x="0" y="68272"/>
                  <a:pt x="2158" y="66194"/>
                </a:quadBezTo>
                <a:quadBezTo>
                  <a:pt x="4193" y="63995"/>
                  <a:pt x="7188" y="64051"/>
                </a:quadBezTo>
                <a:quadBezTo>
                  <a:pt x="10182" y="63935"/>
                  <a:pt x="12260" y="66093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Path"/>
          <p:cNvSpPr/>
          <p:nvPr/>
        </p:nvSpPr>
        <p:spPr>
          <a:xfrm>
            <a:off x="5384004" y="5488781"/>
            <a:ext cx="78454" cy="85145"/>
          </a:xfrm>
          <a:custGeom>
            <a:avLst/>
            <a:gdLst/>
            <a:ahLst/>
            <a:cxnLst/>
            <a:rect l="0" t="0" r="r" b="b"/>
            <a:pathLst>
              <a:path w="78454" h="85145">
                <a:moveTo>
                  <a:pt x="66194" y="19052"/>
                </a:moveTo>
                <a:quadBezTo>
                  <a:pt x="61333" y="14288"/>
                  <a:pt x="54526" y="14288"/>
                </a:quadBezTo>
                <a:quadBezTo>
                  <a:pt x="47719" y="14288"/>
                  <a:pt x="42858" y="19052"/>
                </a:quadBezTo>
                <a:lnTo>
                  <a:pt x="19096" y="42815"/>
                </a:lnTo>
                <a:quadBezTo>
                  <a:pt x="14289" y="47625"/>
                  <a:pt x="14290" y="54429"/>
                </a:quadBezTo>
                <a:quadBezTo>
                  <a:pt x="14291" y="61233"/>
                  <a:pt x="19102" y="66044"/>
                </a:quadBezTo>
                <a:quadBezTo>
                  <a:pt x="23913" y="70854"/>
                  <a:pt x="30716" y="70856"/>
                </a:quadBezTo>
                <a:quadBezTo>
                  <a:pt x="37520" y="70857"/>
                  <a:pt x="42332" y="66048"/>
                </a:quadBezTo>
                <a:lnTo>
                  <a:pt x="56618" y="51762"/>
                </a:lnTo>
                <a:quadBezTo>
                  <a:pt x="58675" y="49583"/>
                  <a:pt x="61670" y="49669"/>
                </a:quadBezTo>
                <a:quadBezTo>
                  <a:pt x="64664" y="49583"/>
                  <a:pt x="66721" y="51762"/>
                </a:quadBezTo>
                <a:quadBezTo>
                  <a:pt x="68900" y="53818"/>
                  <a:pt x="68813" y="56813"/>
                </a:quadBezTo>
                <a:quadBezTo>
                  <a:pt x="68900" y="59808"/>
                  <a:pt x="66721" y="61865"/>
                </a:quadBezTo>
                <a:lnTo>
                  <a:pt x="52432" y="76154"/>
                </a:lnTo>
                <a:quadBezTo>
                  <a:pt x="43434" y="85145"/>
                  <a:pt x="30714" y="85143"/>
                </a:quadBezTo>
                <a:quadBezTo>
                  <a:pt x="17994" y="85141"/>
                  <a:pt x="8999" y="76146"/>
                </a:quadBezTo>
                <a:quadBezTo>
                  <a:pt x="4" y="67152"/>
                  <a:pt x="2" y="54432"/>
                </a:quadBezTo>
                <a:quadBezTo>
                  <a:pt x="0" y="41711"/>
                  <a:pt x="8993" y="32712"/>
                </a:quadBezTo>
                <a:lnTo>
                  <a:pt x="32856" y="8849"/>
                </a:lnTo>
                <a:quadBezTo>
                  <a:pt x="41884" y="0"/>
                  <a:pt x="54526" y="0"/>
                </a:quadBezTo>
                <a:quadBezTo>
                  <a:pt x="67167" y="0"/>
                  <a:pt x="76195" y="8849"/>
                </a:quadBezTo>
                <a:quadBezTo>
                  <a:pt x="78394" y="10884"/>
                  <a:pt x="78338" y="13879"/>
                </a:quadBezTo>
                <a:quadBezTo>
                  <a:pt x="78454" y="16873"/>
                  <a:pt x="76296" y="18951"/>
                </a:quadBezTo>
                <a:quadBezTo>
                  <a:pt x="74262" y="21150"/>
                  <a:pt x="71266" y="21094"/>
                </a:quadBezTo>
                <a:quadBezTo>
                  <a:pt x="68272" y="21210"/>
                  <a:pt x="66194" y="19052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"/>
          <p:cNvSpPr/>
          <p:nvPr/>
        </p:nvSpPr>
        <p:spPr>
          <a:xfrm>
            <a:off x="5715000" y="53054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Ellipse"/>
          <p:cNvSpPr/>
          <p:nvPr/>
        </p:nvSpPr>
        <p:spPr>
          <a:xfrm>
            <a:off x="5905500" y="5524500"/>
            <a:ext cx="24765" cy="2476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Ellipse"/>
          <p:cNvSpPr/>
          <p:nvPr/>
        </p:nvSpPr>
        <p:spPr>
          <a:xfrm>
            <a:off x="5934075" y="5524500"/>
            <a:ext cx="24765" cy="2476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Ellipse"/>
          <p:cNvSpPr/>
          <p:nvPr/>
        </p:nvSpPr>
        <p:spPr>
          <a:xfrm>
            <a:off x="5953125" y="5524500"/>
            <a:ext cx="24765" cy="2476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Rectangle"/>
          <p:cNvSpPr/>
          <p:nvPr/>
        </p:nvSpPr>
        <p:spPr>
          <a:xfrm>
            <a:off x="6267450" y="53054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Ellipse"/>
          <p:cNvSpPr/>
          <p:nvPr/>
        </p:nvSpPr>
        <p:spPr>
          <a:xfrm>
            <a:off x="6429375" y="5524500"/>
            <a:ext cx="20955" cy="2095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Ellipse"/>
          <p:cNvSpPr/>
          <p:nvPr/>
        </p:nvSpPr>
        <p:spPr>
          <a:xfrm>
            <a:off x="6457950" y="5524500"/>
            <a:ext cx="20955" cy="2095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Ellipse"/>
          <p:cNvSpPr/>
          <p:nvPr/>
        </p:nvSpPr>
        <p:spPr>
          <a:xfrm>
            <a:off x="6477000" y="5524500"/>
            <a:ext cx="20955" cy="2095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Ellipse"/>
          <p:cNvSpPr/>
          <p:nvPr/>
        </p:nvSpPr>
        <p:spPr>
          <a:xfrm>
            <a:off x="6496050" y="5524500"/>
            <a:ext cx="20955" cy="2095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Ellipse"/>
          <p:cNvSpPr/>
          <p:nvPr/>
        </p:nvSpPr>
        <p:spPr>
          <a:xfrm>
            <a:off x="6515100" y="5524500"/>
            <a:ext cx="20955" cy="2095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Ellipse"/>
          <p:cNvSpPr/>
          <p:nvPr/>
        </p:nvSpPr>
        <p:spPr>
          <a:xfrm>
            <a:off x="6534150" y="5524500"/>
            <a:ext cx="20955" cy="2095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Rectangle"/>
          <p:cNvSpPr/>
          <p:nvPr/>
        </p:nvSpPr>
        <p:spPr>
          <a:xfrm>
            <a:off x="4763" y="4833938"/>
            <a:ext cx="13706475" cy="1114425"/>
          </a:xfrm>
          <a:prstGeom prst="roundRect">
            <a:avLst>
              <a:gd name="adj" fmla="val 8119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6" name="Rectangle"/>
          <p:cNvSpPr/>
          <p:nvPr/>
        </p:nvSpPr>
        <p:spPr>
          <a:xfrm>
            <a:off x="0" y="5953125"/>
            <a:ext cx="137160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Box"/>
          <p:cNvSpPr txBox="1"/>
          <p:nvPr/>
        </p:nvSpPr>
        <p:spPr>
          <a:xfrm>
            <a:off x="190500" y="6143625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清单与状态</a:t>
            </a:r>
          </a:p>
        </p:txBody>
      </p:sp>
      <p:sp>
        <p:nvSpPr>
          <p:cNvPr id="98" name="Rectangle"/>
          <p:cNvSpPr/>
          <p:nvPr/>
        </p:nvSpPr>
        <p:spPr>
          <a:xfrm>
            <a:off x="190500" y="64293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Rectangle"/>
          <p:cNvSpPr/>
          <p:nvPr/>
        </p:nvSpPr>
        <p:spPr>
          <a:xfrm>
            <a:off x="361950" y="6600825"/>
            <a:ext cx="109538" cy="109538"/>
          </a:xfrm>
          <a:prstGeom prst="roundRect">
            <a:avLst>
              <a:gd name="adj" fmla="val 21739"/>
            </a:avLst>
          </a:prstGeom>
          <a:noFill/>
          <a:ln w="14288">
            <a:solidFill>
              <a:srgbClr val="6B6A6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angle"/>
          <p:cNvSpPr/>
          <p:nvPr/>
        </p:nvSpPr>
        <p:spPr>
          <a:xfrm>
            <a:off x="742950" y="64293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Rectangle"/>
          <p:cNvSpPr/>
          <p:nvPr/>
        </p:nvSpPr>
        <p:spPr>
          <a:xfrm>
            <a:off x="885825" y="6600825"/>
            <a:ext cx="109538" cy="109538"/>
          </a:xfrm>
          <a:prstGeom prst="roundRect">
            <a:avLst>
              <a:gd name="adj" fmla="val 21739"/>
            </a:avLst>
          </a:prstGeom>
          <a:solidFill>
            <a:srgbClr val="1F6B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Rectangle"/>
          <p:cNvSpPr/>
          <p:nvPr/>
        </p:nvSpPr>
        <p:spPr>
          <a:xfrm>
            <a:off x="885825" y="6600825"/>
            <a:ext cx="109538" cy="109538"/>
          </a:xfrm>
          <a:prstGeom prst="roundRect">
            <a:avLst>
              <a:gd name="adj" fmla="val 21739"/>
            </a:avLst>
          </a:prstGeom>
          <a:noFill/>
          <a:ln w="14288">
            <a:solidFill>
              <a:srgbClr val="1F6B4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3" name="Path"/>
          <p:cNvSpPr/>
          <p:nvPr/>
        </p:nvSpPr>
        <p:spPr>
          <a:xfrm>
            <a:off x="992413" y="6631070"/>
            <a:ext cx="72717" cy="57477"/>
          </a:xfrm>
          <a:custGeom>
            <a:avLst/>
            <a:gdLst/>
            <a:ahLst/>
            <a:cxnLst/>
            <a:rect l="0" t="0" r="r" b="b"/>
            <a:pathLst>
              <a:path w="72717" h="57477">
                <a:moveTo>
                  <a:pt x="13100" y="25327"/>
                </a:moveTo>
                <a:lnTo>
                  <a:pt x="26499" y="38726"/>
                </a:lnTo>
                <a:lnTo>
                  <a:pt x="59224" y="2729"/>
                </a:lnTo>
                <a:quadBezTo>
                  <a:pt x="61304" y="304"/>
                  <a:pt x="64500" y="244"/>
                </a:quadBezTo>
                <a:quadBezTo>
                  <a:pt x="67686" y="0"/>
                  <a:pt x="69988" y="2217"/>
                </a:quadBezTo>
                <a:quadBezTo>
                  <a:pt x="72413" y="4298"/>
                  <a:pt x="72473" y="7493"/>
                </a:quadBezTo>
                <a:quadBezTo>
                  <a:pt x="72717" y="10679"/>
                  <a:pt x="70500" y="12981"/>
                </a:quadBezTo>
                <a:lnTo>
                  <a:pt x="32400" y="54891"/>
                </a:lnTo>
                <a:quadBezTo>
                  <a:pt x="32339" y="54958"/>
                  <a:pt x="32277" y="55024"/>
                </a:quadBezTo>
                <a:quadBezTo>
                  <a:pt x="32214" y="55089"/>
                  <a:pt x="32150" y="55153"/>
                </a:quadBezTo>
                <a:quadBezTo>
                  <a:pt x="29956" y="57477"/>
                  <a:pt x="26762" y="57385"/>
                </a:quadBezTo>
                <a:quadBezTo>
                  <a:pt x="23568" y="57477"/>
                  <a:pt x="21374" y="55153"/>
                </a:quadBezTo>
                <a:lnTo>
                  <a:pt x="2324" y="36103"/>
                </a:lnTo>
                <a:quadBezTo>
                  <a:pt x="0" y="33910"/>
                  <a:pt x="92" y="30715"/>
                </a:quadBezTo>
                <a:quadBezTo>
                  <a:pt x="0" y="27521"/>
                  <a:pt x="2324" y="25327"/>
                </a:quadBezTo>
                <a:quadBezTo>
                  <a:pt x="4518" y="23003"/>
                  <a:pt x="7712" y="23095"/>
                </a:quadBezTo>
                <a:quadBezTo>
                  <a:pt x="10906" y="23003"/>
                  <a:pt x="13100" y="2532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"/>
          <p:cNvSpPr/>
          <p:nvPr/>
        </p:nvSpPr>
        <p:spPr>
          <a:xfrm>
            <a:off x="1295400" y="64293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Path"/>
          <p:cNvSpPr/>
          <p:nvPr/>
        </p:nvSpPr>
        <p:spPr>
          <a:xfrm>
            <a:off x="1466850" y="6600825"/>
            <a:ext cx="118110" cy="112395"/>
          </a:xfrm>
          <a:custGeom>
            <a:avLst/>
            <a:gdLst/>
            <a:ahLst/>
            <a:cxnLst/>
            <a:rect l="0" t="0" r="r" b="b"/>
            <a:pathLst>
              <a:path w="118110" h="112395">
                <a:moveTo>
                  <a:pt x="59055" y="0"/>
                </a:moveTo>
                <a:lnTo>
                  <a:pt x="77153" y="37148"/>
                </a:lnTo>
                <a:lnTo>
                  <a:pt x="118110" y="42863"/>
                </a:lnTo>
                <a:lnTo>
                  <a:pt x="88583" y="71438"/>
                </a:lnTo>
                <a:lnTo>
                  <a:pt x="95250" y="112395"/>
                </a:lnTo>
                <a:lnTo>
                  <a:pt x="59055" y="92392"/>
                </a:lnTo>
                <a:lnTo>
                  <a:pt x="22860" y="112395"/>
                </a:lnTo>
                <a:lnTo>
                  <a:pt x="29527" y="71438"/>
                </a:lnTo>
                <a:lnTo>
                  <a:pt x="0" y="42863"/>
                </a:lnTo>
                <a:lnTo>
                  <a:pt x="40958" y="37147"/>
                </a:lnTo>
                <a:lnTo>
                  <a:pt x="59055" y="0"/>
                </a:lnTo>
                <a:close/>
              </a:path>
            </a:pathLst>
          </a:custGeom>
          <a:solidFill>
            <a:srgbClr val="2446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Path"/>
          <p:cNvSpPr/>
          <p:nvPr/>
        </p:nvSpPr>
        <p:spPr>
          <a:xfrm>
            <a:off x="1460790" y="6594576"/>
            <a:ext cx="129992" cy="124865"/>
          </a:xfrm>
          <a:custGeom>
            <a:avLst/>
            <a:gdLst/>
            <a:ahLst/>
            <a:cxnLst/>
            <a:rect l="0" t="0" r="r" b="b"/>
            <a:pathLst>
              <a:path w="129992" h="124865">
                <a:moveTo>
                  <a:pt x="70252" y="3746"/>
                </a:moveTo>
                <a:lnTo>
                  <a:pt x="87017" y="38157"/>
                </a:lnTo>
                <a:lnTo>
                  <a:pt x="124959" y="43451"/>
                </a:lnTo>
                <a:quadBezTo>
                  <a:pt x="125907" y="43581"/>
                  <a:pt x="126759" y="44017"/>
                </a:quadBezTo>
                <a:quadBezTo>
                  <a:pt x="127613" y="44448"/>
                  <a:pt x="128276" y="45137"/>
                </a:quadBezTo>
                <a:quadBezTo>
                  <a:pt x="129992" y="46811"/>
                  <a:pt x="129884" y="49205"/>
                </a:quadBezTo>
                <a:quadBezTo>
                  <a:pt x="129913" y="51602"/>
                  <a:pt x="128144" y="53218"/>
                </a:quadBezTo>
                <a:lnTo>
                  <a:pt x="100763" y="79716"/>
                </a:lnTo>
                <a:lnTo>
                  <a:pt x="106950" y="117726"/>
                </a:lnTo>
                <a:quadBezTo>
                  <a:pt x="107107" y="118674"/>
                  <a:pt x="106940" y="119621"/>
                </a:quadBezTo>
                <a:quadBezTo>
                  <a:pt x="106778" y="120568"/>
                  <a:pt x="106312" y="121408"/>
                </a:quadBezTo>
                <a:quadBezTo>
                  <a:pt x="105213" y="123539"/>
                  <a:pt x="102892" y="124136"/>
                </a:quadBezTo>
                <a:quadBezTo>
                  <a:pt x="100609" y="124865"/>
                  <a:pt x="98545" y="123646"/>
                </a:quadBezTo>
                <a:lnTo>
                  <a:pt x="65115" y="105171"/>
                </a:lnTo>
                <a:lnTo>
                  <a:pt x="31684" y="123646"/>
                </a:lnTo>
                <a:quadBezTo>
                  <a:pt x="30844" y="124113"/>
                  <a:pt x="29896" y="124275"/>
                </a:quadBezTo>
                <a:quadBezTo>
                  <a:pt x="28950" y="124441"/>
                  <a:pt x="28001" y="124285"/>
                </a:quadBezTo>
                <a:quadBezTo>
                  <a:pt x="25626" y="123968"/>
                  <a:pt x="24282" y="121983"/>
                </a:quadBezTo>
                <a:quadBezTo>
                  <a:pt x="22826" y="120079"/>
                  <a:pt x="23279" y="117726"/>
                </a:quadBezTo>
                <a:lnTo>
                  <a:pt x="29466" y="79716"/>
                </a:lnTo>
                <a:lnTo>
                  <a:pt x="2085" y="53218"/>
                </a:lnTo>
                <a:quadBezTo>
                  <a:pt x="1396" y="52555"/>
                  <a:pt x="965" y="51701"/>
                </a:quadBezTo>
                <a:quadBezTo>
                  <a:pt x="529" y="50849"/>
                  <a:pt x="399" y="49901"/>
                </a:quadBezTo>
                <a:quadBezTo>
                  <a:pt x="0" y="47538"/>
                  <a:pt x="1499" y="45668"/>
                </a:quadBezTo>
                <a:quadBezTo>
                  <a:pt x="2887" y="43714"/>
                  <a:pt x="5270" y="43451"/>
                </a:quadBezTo>
                <a:lnTo>
                  <a:pt x="43212" y="38157"/>
                </a:lnTo>
                <a:lnTo>
                  <a:pt x="59977" y="3746"/>
                </a:lnTo>
                <a:quadBezTo>
                  <a:pt x="60394" y="2884"/>
                  <a:pt x="61073" y="2208"/>
                </a:quadBezTo>
                <a:quadBezTo>
                  <a:pt x="61749" y="1529"/>
                  <a:pt x="62612" y="1111"/>
                </a:quadBezTo>
                <a:quadBezTo>
                  <a:pt x="64735" y="0"/>
                  <a:pt x="66978" y="846"/>
                </a:quadBezTo>
                <a:quadBezTo>
                  <a:pt x="69265" y="1562"/>
                  <a:pt x="70252" y="3746"/>
                </a:quadBezTo>
                <a:close/>
                <a:moveTo>
                  <a:pt x="78074" y="45900"/>
                </a:moveTo>
                <a:lnTo>
                  <a:pt x="65115" y="19298"/>
                </a:lnTo>
                <a:lnTo>
                  <a:pt x="52155" y="45900"/>
                </a:lnTo>
                <a:quadBezTo>
                  <a:pt x="51538" y="47189"/>
                  <a:pt x="50375" y="48021"/>
                </a:quadBezTo>
                <a:quadBezTo>
                  <a:pt x="49224" y="48869"/>
                  <a:pt x="47807" y="49057"/>
                </a:quadBezTo>
                <a:lnTo>
                  <a:pt x="18453" y="53153"/>
                </a:lnTo>
                <a:lnTo>
                  <a:pt x="39561" y="73580"/>
                </a:lnTo>
                <a:quadBezTo>
                  <a:pt x="40578" y="74550"/>
                  <a:pt x="41012" y="75888"/>
                </a:quadBezTo>
                <a:quadBezTo>
                  <a:pt x="41463" y="77219"/>
                  <a:pt x="41228" y="78605"/>
                </a:quadBezTo>
                <a:lnTo>
                  <a:pt x="36450" y="107953"/>
                </a:lnTo>
                <a:lnTo>
                  <a:pt x="62350" y="93639"/>
                </a:lnTo>
                <a:quadBezTo>
                  <a:pt x="63637" y="92915"/>
                  <a:pt x="65115" y="92926"/>
                </a:quadBezTo>
                <a:quadBezTo>
                  <a:pt x="66592" y="92915"/>
                  <a:pt x="67879" y="93639"/>
                </a:quadBezTo>
                <a:lnTo>
                  <a:pt x="93779" y="107953"/>
                </a:lnTo>
                <a:lnTo>
                  <a:pt x="89001" y="78605"/>
                </a:lnTo>
                <a:quadBezTo>
                  <a:pt x="88766" y="77219"/>
                  <a:pt x="89218" y="75888"/>
                </a:quadBezTo>
                <a:quadBezTo>
                  <a:pt x="89651" y="74550"/>
                  <a:pt x="90668" y="73580"/>
                </a:quadBezTo>
                <a:lnTo>
                  <a:pt x="111776" y="53153"/>
                </a:lnTo>
                <a:lnTo>
                  <a:pt x="82422" y="49057"/>
                </a:lnTo>
                <a:quadBezTo>
                  <a:pt x="81005" y="48869"/>
                  <a:pt x="79854" y="48021"/>
                </a:quadBezTo>
                <a:quadBezTo>
                  <a:pt x="78691" y="47189"/>
                  <a:pt x="78074" y="45900"/>
                </a:quadBezTo>
                <a:close/>
              </a:path>
            </a:pathLst>
          </a:custGeom>
          <a:solidFill>
            <a:srgbClr val="2446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angle"/>
          <p:cNvSpPr/>
          <p:nvPr/>
        </p:nvSpPr>
        <p:spPr>
          <a:xfrm>
            <a:off x="1847850" y="64293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Path"/>
          <p:cNvSpPr/>
          <p:nvPr/>
        </p:nvSpPr>
        <p:spPr>
          <a:xfrm>
            <a:off x="2013240" y="6594576"/>
            <a:ext cx="129992" cy="124865"/>
          </a:xfrm>
          <a:custGeom>
            <a:avLst/>
            <a:gdLst/>
            <a:ahLst/>
            <a:cxnLst/>
            <a:rect l="0" t="0" r="r" b="b"/>
            <a:pathLst>
              <a:path w="129992" h="124865">
                <a:moveTo>
                  <a:pt x="70252" y="3746"/>
                </a:moveTo>
                <a:lnTo>
                  <a:pt x="87017" y="38157"/>
                </a:lnTo>
                <a:lnTo>
                  <a:pt x="124959" y="43451"/>
                </a:lnTo>
                <a:quadBezTo>
                  <a:pt x="125907" y="43581"/>
                  <a:pt x="126759" y="44017"/>
                </a:quadBezTo>
                <a:quadBezTo>
                  <a:pt x="127613" y="44448"/>
                  <a:pt x="128276" y="45137"/>
                </a:quadBezTo>
                <a:quadBezTo>
                  <a:pt x="129992" y="46811"/>
                  <a:pt x="129884" y="49205"/>
                </a:quadBezTo>
                <a:quadBezTo>
                  <a:pt x="129913" y="51602"/>
                  <a:pt x="128144" y="53218"/>
                </a:quadBezTo>
                <a:lnTo>
                  <a:pt x="100763" y="79716"/>
                </a:lnTo>
                <a:lnTo>
                  <a:pt x="106950" y="117726"/>
                </a:lnTo>
                <a:quadBezTo>
                  <a:pt x="107107" y="118674"/>
                  <a:pt x="106940" y="119621"/>
                </a:quadBezTo>
                <a:quadBezTo>
                  <a:pt x="106778" y="120568"/>
                  <a:pt x="106312" y="121408"/>
                </a:quadBezTo>
                <a:quadBezTo>
                  <a:pt x="105213" y="123539"/>
                  <a:pt x="102892" y="124136"/>
                </a:quadBezTo>
                <a:quadBezTo>
                  <a:pt x="100609" y="124865"/>
                  <a:pt x="98545" y="123646"/>
                </a:quadBezTo>
                <a:lnTo>
                  <a:pt x="65115" y="105171"/>
                </a:lnTo>
                <a:lnTo>
                  <a:pt x="31684" y="123646"/>
                </a:lnTo>
                <a:quadBezTo>
                  <a:pt x="30844" y="124113"/>
                  <a:pt x="29896" y="124275"/>
                </a:quadBezTo>
                <a:quadBezTo>
                  <a:pt x="28950" y="124441"/>
                  <a:pt x="28001" y="124285"/>
                </a:quadBezTo>
                <a:quadBezTo>
                  <a:pt x="25626" y="123968"/>
                  <a:pt x="24282" y="121983"/>
                </a:quadBezTo>
                <a:quadBezTo>
                  <a:pt x="22826" y="120079"/>
                  <a:pt x="23279" y="117726"/>
                </a:quadBezTo>
                <a:lnTo>
                  <a:pt x="29466" y="79716"/>
                </a:lnTo>
                <a:lnTo>
                  <a:pt x="2085" y="53218"/>
                </a:lnTo>
                <a:quadBezTo>
                  <a:pt x="1396" y="52555"/>
                  <a:pt x="965" y="51701"/>
                </a:quadBezTo>
                <a:quadBezTo>
                  <a:pt x="529" y="50849"/>
                  <a:pt x="399" y="49901"/>
                </a:quadBezTo>
                <a:quadBezTo>
                  <a:pt x="0" y="47538"/>
                  <a:pt x="1499" y="45668"/>
                </a:quadBezTo>
                <a:quadBezTo>
                  <a:pt x="2887" y="43714"/>
                  <a:pt x="5270" y="43451"/>
                </a:quadBezTo>
                <a:lnTo>
                  <a:pt x="43212" y="38157"/>
                </a:lnTo>
                <a:lnTo>
                  <a:pt x="59977" y="3746"/>
                </a:lnTo>
                <a:quadBezTo>
                  <a:pt x="60394" y="2884"/>
                  <a:pt x="61073" y="2208"/>
                </a:quadBezTo>
                <a:quadBezTo>
                  <a:pt x="61749" y="1529"/>
                  <a:pt x="62612" y="1111"/>
                </a:quadBezTo>
                <a:quadBezTo>
                  <a:pt x="64735" y="0"/>
                  <a:pt x="66978" y="846"/>
                </a:quadBezTo>
                <a:quadBezTo>
                  <a:pt x="69265" y="1562"/>
                  <a:pt x="70252" y="3746"/>
                </a:quadBezTo>
                <a:close/>
                <a:moveTo>
                  <a:pt x="78074" y="45900"/>
                </a:moveTo>
                <a:lnTo>
                  <a:pt x="65115" y="19298"/>
                </a:lnTo>
                <a:lnTo>
                  <a:pt x="52155" y="45900"/>
                </a:lnTo>
                <a:quadBezTo>
                  <a:pt x="51538" y="47189"/>
                  <a:pt x="50375" y="48021"/>
                </a:quadBezTo>
                <a:quadBezTo>
                  <a:pt x="49224" y="48869"/>
                  <a:pt x="47807" y="49057"/>
                </a:quadBezTo>
                <a:lnTo>
                  <a:pt x="18453" y="53153"/>
                </a:lnTo>
                <a:lnTo>
                  <a:pt x="39561" y="73580"/>
                </a:lnTo>
                <a:quadBezTo>
                  <a:pt x="40578" y="74550"/>
                  <a:pt x="41012" y="75888"/>
                </a:quadBezTo>
                <a:quadBezTo>
                  <a:pt x="41463" y="77219"/>
                  <a:pt x="41228" y="78605"/>
                </a:quadBezTo>
                <a:lnTo>
                  <a:pt x="36450" y="107953"/>
                </a:lnTo>
                <a:lnTo>
                  <a:pt x="62350" y="93639"/>
                </a:lnTo>
                <a:quadBezTo>
                  <a:pt x="63637" y="92915"/>
                  <a:pt x="65115" y="92926"/>
                </a:quadBezTo>
                <a:quadBezTo>
                  <a:pt x="66592" y="92915"/>
                  <a:pt x="67879" y="93639"/>
                </a:quadBezTo>
                <a:lnTo>
                  <a:pt x="93779" y="107953"/>
                </a:lnTo>
                <a:lnTo>
                  <a:pt x="89001" y="78605"/>
                </a:lnTo>
                <a:quadBezTo>
                  <a:pt x="88766" y="77219"/>
                  <a:pt x="89218" y="75888"/>
                </a:quadBezTo>
                <a:quadBezTo>
                  <a:pt x="89651" y="74550"/>
                  <a:pt x="90668" y="73580"/>
                </a:quadBezTo>
                <a:lnTo>
                  <a:pt x="111776" y="53153"/>
                </a:lnTo>
                <a:lnTo>
                  <a:pt x="82422" y="49057"/>
                </a:lnTo>
                <a:quadBezTo>
                  <a:pt x="81005" y="48869"/>
                  <a:pt x="79854" y="48021"/>
                </a:quadBezTo>
                <a:quadBezTo>
                  <a:pt x="78691" y="47189"/>
                  <a:pt x="78074" y="45900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Rectangle"/>
          <p:cNvSpPr/>
          <p:nvPr/>
        </p:nvSpPr>
        <p:spPr>
          <a:xfrm>
            <a:off x="2400300" y="64293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Ellipse"/>
          <p:cNvSpPr/>
          <p:nvPr/>
        </p:nvSpPr>
        <p:spPr>
          <a:xfrm>
            <a:off x="2543175" y="6600825"/>
            <a:ext cx="119063" cy="119063"/>
          </a:xfrm>
          <a:prstGeom prst="ellipse">
            <a:avLst/>
          </a:prstGeom>
          <a:noFill/>
          <a:ln w="14288">
            <a:solidFill>
              <a:srgbClr val="1F6B4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1" name="Path"/>
          <p:cNvSpPr/>
          <p:nvPr/>
        </p:nvSpPr>
        <p:spPr>
          <a:xfrm>
            <a:off x="2659770" y="6631540"/>
            <a:ext cx="64145" cy="50810"/>
          </a:xfrm>
          <a:custGeom>
            <a:avLst/>
            <a:gdLst/>
            <a:ahLst/>
            <a:cxnLst/>
            <a:rect l="0" t="0" r="r" b="b"/>
            <a:pathLst>
              <a:path w="64145" h="50810">
                <a:moveTo>
                  <a:pt x="12281" y="21384"/>
                </a:moveTo>
                <a:lnTo>
                  <a:pt x="24087" y="33189"/>
                </a:lnTo>
                <a:lnTo>
                  <a:pt x="51436" y="2622"/>
                </a:lnTo>
                <a:quadBezTo>
                  <a:pt x="53369" y="332"/>
                  <a:pt x="56364" y="252"/>
                </a:quadBezTo>
                <a:quadBezTo>
                  <a:pt x="59349" y="0"/>
                  <a:pt x="61523" y="2061"/>
                </a:quadBezTo>
                <a:quadBezTo>
                  <a:pt x="63813" y="3994"/>
                  <a:pt x="63893" y="6989"/>
                </a:quadBezTo>
                <a:quadBezTo>
                  <a:pt x="64145" y="9974"/>
                  <a:pt x="62084" y="12148"/>
                </a:quadBezTo>
                <a:lnTo>
                  <a:pt x="29699" y="48343"/>
                </a:lnTo>
                <a:quadBezTo>
                  <a:pt x="29633" y="48417"/>
                  <a:pt x="29565" y="48489"/>
                </a:quadBezTo>
                <a:quadBezTo>
                  <a:pt x="29496" y="48561"/>
                  <a:pt x="29426" y="48631"/>
                </a:quadBezTo>
                <a:quadBezTo>
                  <a:pt x="27370" y="50810"/>
                  <a:pt x="24375" y="50724"/>
                </a:quadBezTo>
                <a:quadBezTo>
                  <a:pt x="21380" y="50810"/>
                  <a:pt x="19324" y="48631"/>
                </a:quadBezTo>
                <a:lnTo>
                  <a:pt x="2179" y="31486"/>
                </a:lnTo>
                <a:quadBezTo>
                  <a:pt x="0" y="29430"/>
                  <a:pt x="86" y="26435"/>
                </a:quadBezTo>
                <a:quadBezTo>
                  <a:pt x="0" y="23440"/>
                  <a:pt x="2179" y="21384"/>
                </a:quadBezTo>
                <a:quadBezTo>
                  <a:pt x="4235" y="19205"/>
                  <a:pt x="7230" y="19291"/>
                </a:quadBezTo>
                <a:quadBezTo>
                  <a:pt x="10225" y="19205"/>
                  <a:pt x="12281" y="21384"/>
                </a:quadBezTo>
                <a:close/>
              </a:path>
            </a:pathLst>
          </a:custGeom>
          <a:solidFill>
            <a:srgbClr val="1F6B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Rectangle"/>
          <p:cNvSpPr/>
          <p:nvPr/>
        </p:nvSpPr>
        <p:spPr>
          <a:xfrm>
            <a:off x="2952750" y="64293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Ellipse"/>
          <p:cNvSpPr/>
          <p:nvPr/>
        </p:nvSpPr>
        <p:spPr>
          <a:xfrm>
            <a:off x="3124200" y="6600825"/>
            <a:ext cx="119063" cy="119063"/>
          </a:xfrm>
          <a:prstGeom prst="ellipse">
            <a:avLst/>
          </a:prstGeom>
          <a:noFill/>
          <a:ln w="14288">
            <a:solidFill>
              <a:srgbClr val="6B6A62"/>
            </a:solidFill>
            <a:prstDash val="sysDash"/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4" name="Rectangle"/>
          <p:cNvSpPr/>
          <p:nvPr/>
        </p:nvSpPr>
        <p:spPr>
          <a:xfrm>
            <a:off x="3505200" y="64293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BED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Ellipse"/>
          <p:cNvSpPr/>
          <p:nvPr/>
        </p:nvSpPr>
        <p:spPr>
          <a:xfrm>
            <a:off x="3667125" y="6600825"/>
            <a:ext cx="119063" cy="119063"/>
          </a:xfrm>
          <a:prstGeom prst="ellipse">
            <a:avLst/>
          </a:prstGeom>
          <a:noFill/>
          <a:ln w="14288">
            <a:solidFill>
              <a:srgbClr val="B3261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6" name="Path"/>
          <p:cNvSpPr/>
          <p:nvPr/>
        </p:nvSpPr>
        <p:spPr>
          <a:xfrm>
            <a:off x="3774195" y="6631695"/>
            <a:ext cx="14460" cy="54465"/>
          </a:xfrm>
          <a:custGeom>
            <a:avLst/>
            <a:gdLst/>
            <a:ahLst/>
            <a:cxnLst/>
            <a:rect l="0" t="0" r="r" b="b"/>
            <a:pathLst>
              <a:path w="14460" h="54465">
                <a:moveTo>
                  <a:pt x="14374" y="7230"/>
                </a:moveTo>
                <a:lnTo>
                  <a:pt x="14374" y="47235"/>
                </a:lnTo>
                <a:quadBezTo>
                  <a:pt x="14460" y="50230"/>
                  <a:pt x="12281" y="52286"/>
                </a:quadBezTo>
                <a:quadBezTo>
                  <a:pt x="10225" y="54465"/>
                  <a:pt x="7230" y="54379"/>
                </a:quadBezTo>
                <a:quadBezTo>
                  <a:pt x="4235" y="54465"/>
                  <a:pt x="2179" y="52286"/>
                </a:quadBezTo>
                <a:quadBezTo>
                  <a:pt x="0" y="50230"/>
                  <a:pt x="86" y="47235"/>
                </a:quadBezTo>
                <a:lnTo>
                  <a:pt x="86" y="7230"/>
                </a:ln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quadBezTo>
                  <a:pt x="14460" y="4235"/>
                  <a:pt x="14374" y="7230"/>
                </a:quadBezTo>
                <a:close/>
              </a:path>
            </a:pathLst>
          </a:cu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Ellipse"/>
          <p:cNvSpPr/>
          <p:nvPr/>
        </p:nvSpPr>
        <p:spPr>
          <a:xfrm>
            <a:off x="3781425" y="6648450"/>
            <a:ext cx="17145" cy="17145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Rectangle"/>
          <p:cNvSpPr/>
          <p:nvPr/>
        </p:nvSpPr>
        <p:spPr>
          <a:xfrm>
            <a:off x="4057650" y="64293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Path"/>
          <p:cNvSpPr/>
          <p:nvPr/>
        </p:nvSpPr>
        <p:spPr>
          <a:xfrm>
            <a:off x="4240920" y="6612645"/>
            <a:ext cx="90660" cy="90660"/>
          </a:xfrm>
          <a:custGeom>
            <a:avLst/>
            <a:gdLst/>
            <a:ahLst/>
            <a:cxnLst/>
            <a:rect l="0" t="0" r="r" b="b"/>
            <a:pathLst>
              <a:path w="90660" h="90660">
                <a:moveTo>
                  <a:pt x="88481" y="12281"/>
                </a:moveTo>
                <a:lnTo>
                  <a:pt x="55433" y="45330"/>
                </a:lnTo>
                <a:lnTo>
                  <a:pt x="88481" y="78379"/>
                </a:lnTo>
                <a:quadBezTo>
                  <a:pt x="90660" y="80435"/>
                  <a:pt x="90574" y="83430"/>
                </a:quadBezTo>
                <a:quadBezTo>
                  <a:pt x="90660" y="86425"/>
                  <a:pt x="88481" y="88481"/>
                </a:quadBezTo>
                <a:quadBezTo>
                  <a:pt x="86425" y="90660"/>
                  <a:pt x="83430" y="90574"/>
                </a:quadBezTo>
                <a:quadBezTo>
                  <a:pt x="80435" y="90660"/>
                  <a:pt x="78379" y="88481"/>
                </a:quadBezTo>
                <a:lnTo>
                  <a:pt x="45330" y="55433"/>
                </a:lnTo>
                <a:lnTo>
                  <a:pt x="12281" y="88481"/>
                </a:lnTo>
                <a:quadBezTo>
                  <a:pt x="10225" y="90660"/>
                  <a:pt x="7230" y="90574"/>
                </a:quadBezTo>
                <a:quadBezTo>
                  <a:pt x="4235" y="90660"/>
                  <a:pt x="2179" y="88481"/>
                </a:quadBezTo>
                <a:quadBezTo>
                  <a:pt x="0" y="86425"/>
                  <a:pt x="86" y="83430"/>
                </a:quadBezTo>
                <a:quadBezTo>
                  <a:pt x="0" y="80435"/>
                  <a:pt x="2179" y="78379"/>
                </a:quadBezTo>
                <a:lnTo>
                  <a:pt x="35227" y="45330"/>
                </a:ln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lnTo>
                  <a:pt x="45330" y="35227"/>
                </a:lnTo>
                <a:lnTo>
                  <a:pt x="78379" y="2179"/>
                </a:lnTo>
                <a:quadBezTo>
                  <a:pt x="80435" y="0"/>
                  <a:pt x="83430" y="86"/>
                </a:quadBezTo>
                <a:quadBezTo>
                  <a:pt x="86425" y="0"/>
                  <a:pt x="88481" y="2179"/>
                </a:quadBezTo>
                <a:quadBezTo>
                  <a:pt x="90660" y="4235"/>
                  <a:pt x="90574" y="7230"/>
                </a:quadBezTo>
                <a:quadBezTo>
                  <a:pt x="90660" y="10225"/>
                  <a:pt x="88481" y="12281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Rectangle"/>
          <p:cNvSpPr/>
          <p:nvPr/>
        </p:nvSpPr>
        <p:spPr>
          <a:xfrm>
            <a:off x="4610100" y="642937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Path"/>
          <p:cNvSpPr/>
          <p:nvPr/>
        </p:nvSpPr>
        <p:spPr>
          <a:xfrm>
            <a:off x="4783845" y="6612645"/>
            <a:ext cx="114472" cy="100185"/>
          </a:xfrm>
          <a:custGeom>
            <a:avLst/>
            <a:gdLst/>
            <a:ahLst/>
            <a:cxnLst/>
            <a:rect l="0" t="0" r="r" b="b"/>
            <a:pathLst>
              <a:path w="114472" h="100185">
                <a:moveTo>
                  <a:pt x="55144" y="12281"/>
                </a:moveTo>
                <a:lnTo>
                  <a:pt x="24476" y="42949"/>
                </a:lnTo>
                <a:lnTo>
                  <a:pt x="107242" y="42949"/>
                </a:lnTo>
                <a:quadBezTo>
                  <a:pt x="110237" y="42863"/>
                  <a:pt x="112294" y="45041"/>
                </a:quadBezTo>
                <a:quadBezTo>
                  <a:pt x="114472" y="47098"/>
                  <a:pt x="114386" y="50092"/>
                </a:quadBezTo>
                <a:quadBezTo>
                  <a:pt x="114472" y="53087"/>
                  <a:pt x="112294" y="55144"/>
                </a:quadBezTo>
                <a:quadBezTo>
                  <a:pt x="110237" y="57322"/>
                  <a:pt x="107242" y="57236"/>
                </a:quadBezTo>
                <a:lnTo>
                  <a:pt x="24476" y="57236"/>
                </a:lnTo>
                <a:lnTo>
                  <a:pt x="55144" y="87904"/>
                </a:lnTo>
                <a:quadBezTo>
                  <a:pt x="57322" y="89960"/>
                  <a:pt x="57236" y="92955"/>
                </a:quadBezTo>
                <a:quadBezTo>
                  <a:pt x="57322" y="95950"/>
                  <a:pt x="55144" y="98006"/>
                </a:quadBezTo>
                <a:quadBezTo>
                  <a:pt x="53087" y="100185"/>
                  <a:pt x="50092" y="100099"/>
                </a:quadBezTo>
                <a:quadBezTo>
                  <a:pt x="47098" y="100185"/>
                  <a:pt x="45041" y="98006"/>
                </a:quadBezTo>
                <a:lnTo>
                  <a:pt x="2179" y="55144"/>
                </a:lnTo>
                <a:quadBezTo>
                  <a:pt x="0" y="53087"/>
                  <a:pt x="86" y="50092"/>
                </a:quadBezTo>
                <a:quadBezTo>
                  <a:pt x="0" y="47098"/>
                  <a:pt x="2179" y="45041"/>
                </a:quadBezTo>
                <a:lnTo>
                  <a:pt x="45041" y="2179"/>
                </a:lnTo>
                <a:quadBezTo>
                  <a:pt x="47098" y="0"/>
                  <a:pt x="50092" y="86"/>
                </a:quadBezTo>
                <a:quadBezTo>
                  <a:pt x="53087" y="0"/>
                  <a:pt x="55144" y="2179"/>
                </a:quadBezTo>
                <a:quadBezTo>
                  <a:pt x="57322" y="4235"/>
                  <a:pt x="57236" y="7230"/>
                </a:quadBezTo>
                <a:quadBezTo>
                  <a:pt x="57322" y="10225"/>
                  <a:pt x="55144" y="12281"/>
                </a:quadBezTo>
                <a:close/>
              </a:path>
            </a:pathLst>
          </a:custGeom>
          <a:solidFill>
            <a:srgbClr val="2446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Rectangle"/>
          <p:cNvSpPr/>
          <p:nvPr/>
        </p:nvSpPr>
        <p:spPr>
          <a:xfrm>
            <a:off x="4763" y="5957888"/>
            <a:ext cx="13706475" cy="1114425"/>
          </a:xfrm>
          <a:prstGeom prst="roundRect">
            <a:avLst>
              <a:gd name="adj" fmla="val 8119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3" name="Rectangle"/>
          <p:cNvSpPr/>
          <p:nvPr/>
        </p:nvSpPr>
        <p:spPr>
          <a:xfrm>
            <a:off x="0" y="7077075"/>
            <a:ext cx="13716000" cy="16668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Box"/>
          <p:cNvSpPr txBox="1"/>
          <p:nvPr/>
        </p:nvSpPr>
        <p:spPr>
          <a:xfrm>
            <a:off x="190500" y="7267575"/>
            <a:ext cx="16793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窗口控制 · 平台差异只在这里</a:t>
            </a:r>
          </a:p>
        </p:txBody>
      </p:sp>
      <p:sp>
        <p:nvSpPr>
          <p:cNvPr id="125" name="TextBox"/>
          <p:cNvSpPr txBox="1"/>
          <p:nvPr/>
        </p:nvSpPr>
        <p:spPr>
          <a:xfrm>
            <a:off x="190500" y="7553325"/>
            <a:ext cx="90525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 Bold"/>
                <a:ea typeface="Inter Bold"/>
                <a:cs typeface="Inter Bold"/>
              </a:rPr>
              <a:t>Windows · 自绘</a:t>
            </a:r>
          </a:p>
        </p:txBody>
      </p:sp>
      <p:sp>
        <p:nvSpPr>
          <p:cNvPr id="126" name="Rectangle"/>
          <p:cNvSpPr/>
          <p:nvPr/>
        </p:nvSpPr>
        <p:spPr>
          <a:xfrm>
            <a:off x="190500" y="7791450"/>
            <a:ext cx="1676400" cy="304800"/>
          </a:xfrm>
          <a:prstGeom prst="roundRect">
            <a:avLst>
              <a:gd name="adj" fmla="val 1875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Path"/>
          <p:cNvSpPr/>
          <p:nvPr/>
        </p:nvSpPr>
        <p:spPr>
          <a:xfrm>
            <a:off x="345195" y="7936620"/>
            <a:ext cx="109710" cy="14460"/>
          </a:xfrm>
          <a:custGeom>
            <a:avLst/>
            <a:gdLst/>
            <a:ahLst/>
            <a:cxnLst/>
            <a:rect l="0" t="0" r="r" b="b"/>
            <a:pathLst>
              <a:path w="109710" h="14460">
                <a:moveTo>
                  <a:pt x="7230" y="86"/>
                </a:moveTo>
                <a:lnTo>
                  <a:pt x="102480" y="86"/>
                </a:lnTo>
                <a:quadBezTo>
                  <a:pt x="105475" y="0"/>
                  <a:pt x="107531" y="2179"/>
                </a:quadBezTo>
                <a:quadBezTo>
                  <a:pt x="109710" y="4235"/>
                  <a:pt x="109624" y="7230"/>
                </a:quadBezTo>
                <a:quadBezTo>
                  <a:pt x="109710" y="10225"/>
                  <a:pt x="107531" y="12281"/>
                </a:quadBezTo>
                <a:quadBezTo>
                  <a:pt x="105475" y="14460"/>
                  <a:pt x="102480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Rectangle"/>
          <p:cNvSpPr/>
          <p:nvPr/>
        </p:nvSpPr>
        <p:spPr>
          <a:xfrm>
            <a:off x="771525" y="7896225"/>
            <a:ext cx="95250" cy="95250"/>
          </a:xfrm>
          <a:prstGeom prst="roundRect">
            <a:avLst>
              <a:gd name="adj" fmla="val 15000"/>
            </a:avLst>
          </a:prstGeom>
          <a:noFill/>
          <a:ln w="14288">
            <a:solidFill>
              <a:srgbClr val="6B6A6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9" name="Rectangle"/>
          <p:cNvSpPr/>
          <p:nvPr/>
        </p:nvSpPr>
        <p:spPr>
          <a:xfrm>
            <a:off x="1162050" y="7905750"/>
            <a:ext cx="76200" cy="76200"/>
          </a:xfrm>
          <a:prstGeom prst="roundRect">
            <a:avLst>
              <a:gd name="adj" fmla="val 15000"/>
            </a:avLst>
          </a:prstGeom>
          <a:noFill/>
          <a:ln w="14288">
            <a:solidFill>
              <a:srgbClr val="6B6A6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0" name="Path"/>
          <p:cNvSpPr/>
          <p:nvPr/>
        </p:nvSpPr>
        <p:spPr>
          <a:xfrm>
            <a:off x="1231106" y="7898606"/>
            <a:ext cx="100013" cy="100013"/>
          </a:xfrm>
          <a:custGeom>
            <a:avLst/>
            <a:gdLst/>
            <a:ahLst/>
            <a:cxnLst/>
            <a:rect l="0" t="0" r="r" b="b"/>
            <a:pathLst>
              <a:path w="100013" h="100013">
                <a:moveTo>
                  <a:pt x="0" y="35719"/>
                </a:moveTo>
                <a:lnTo>
                  <a:pt x="0" y="16669"/>
                </a:lnTo>
                <a:quadBezTo>
                  <a:pt x="0" y="9764"/>
                  <a:pt x="4882" y="4882"/>
                </a:quadBezTo>
                <a:quadBezTo>
                  <a:pt x="9764" y="0"/>
                  <a:pt x="16669" y="0"/>
                </a:quadBezTo>
                <a:lnTo>
                  <a:pt x="83344" y="0"/>
                </a:lnTo>
                <a:quadBezTo>
                  <a:pt x="90248" y="0"/>
                  <a:pt x="95130" y="4882"/>
                </a:quadBezTo>
                <a:quadBezTo>
                  <a:pt x="100013" y="9764"/>
                  <a:pt x="100013" y="16669"/>
                </a:quadBezTo>
                <a:lnTo>
                  <a:pt x="100013" y="83344"/>
                </a:lnTo>
                <a:quadBezTo>
                  <a:pt x="100013" y="90248"/>
                  <a:pt x="95130" y="95130"/>
                </a:quadBezTo>
                <a:quadBezTo>
                  <a:pt x="90248" y="100013"/>
                  <a:pt x="83344" y="100013"/>
                </a:quadBezTo>
                <a:lnTo>
                  <a:pt x="64294" y="100013"/>
                </a:lnTo>
                <a:lnTo>
                  <a:pt x="64294" y="85725"/>
                </a:lnTo>
                <a:lnTo>
                  <a:pt x="83344" y="85725"/>
                </a:lnTo>
                <a:quadBezTo>
                  <a:pt x="84330" y="85725"/>
                  <a:pt x="85028" y="85028"/>
                </a:quadBezTo>
                <a:quadBezTo>
                  <a:pt x="85725" y="84330"/>
                  <a:pt x="85725" y="83344"/>
                </a:quadBezTo>
                <a:lnTo>
                  <a:pt x="85725" y="16669"/>
                </a:lnTo>
                <a:quadBezTo>
                  <a:pt x="85725" y="15682"/>
                  <a:pt x="85028" y="14985"/>
                </a:quadBezTo>
                <a:quadBezTo>
                  <a:pt x="84330" y="14288"/>
                  <a:pt x="83344" y="14288"/>
                </a:quadBezTo>
                <a:lnTo>
                  <a:pt x="16669" y="14288"/>
                </a:lnTo>
                <a:quadBezTo>
                  <a:pt x="15682" y="14288"/>
                  <a:pt x="14985" y="14985"/>
                </a:quadBezTo>
                <a:quadBezTo>
                  <a:pt x="14288" y="15682"/>
                  <a:pt x="14288" y="16669"/>
                </a:quadBezTo>
                <a:lnTo>
                  <a:pt x="14288" y="35719"/>
                </a:lnTo>
                <a:lnTo>
                  <a:pt x="0" y="35719"/>
                </a:ln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Path"/>
          <p:cNvSpPr/>
          <p:nvPr/>
        </p:nvSpPr>
        <p:spPr>
          <a:xfrm>
            <a:off x="1612020" y="7898520"/>
            <a:ext cx="90660" cy="90660"/>
          </a:xfrm>
          <a:custGeom>
            <a:avLst/>
            <a:gdLst/>
            <a:ahLst/>
            <a:cxnLst/>
            <a:rect l="0" t="0" r="r" b="b"/>
            <a:pathLst>
              <a:path w="90660" h="90660">
                <a:moveTo>
                  <a:pt x="88481" y="12281"/>
                </a:moveTo>
                <a:lnTo>
                  <a:pt x="55433" y="45330"/>
                </a:lnTo>
                <a:lnTo>
                  <a:pt x="88481" y="78379"/>
                </a:lnTo>
                <a:quadBezTo>
                  <a:pt x="90660" y="80435"/>
                  <a:pt x="90574" y="83430"/>
                </a:quadBezTo>
                <a:quadBezTo>
                  <a:pt x="90660" y="86425"/>
                  <a:pt x="88481" y="88481"/>
                </a:quadBezTo>
                <a:quadBezTo>
                  <a:pt x="86425" y="90660"/>
                  <a:pt x="83430" y="90574"/>
                </a:quadBezTo>
                <a:quadBezTo>
                  <a:pt x="80435" y="90660"/>
                  <a:pt x="78379" y="88481"/>
                </a:quadBezTo>
                <a:lnTo>
                  <a:pt x="45330" y="55433"/>
                </a:lnTo>
                <a:lnTo>
                  <a:pt x="12281" y="88481"/>
                </a:lnTo>
                <a:quadBezTo>
                  <a:pt x="10225" y="90660"/>
                  <a:pt x="7230" y="90574"/>
                </a:quadBezTo>
                <a:quadBezTo>
                  <a:pt x="4235" y="90660"/>
                  <a:pt x="2179" y="88481"/>
                </a:quadBezTo>
                <a:quadBezTo>
                  <a:pt x="0" y="86425"/>
                  <a:pt x="86" y="83430"/>
                </a:quadBezTo>
                <a:quadBezTo>
                  <a:pt x="0" y="80435"/>
                  <a:pt x="2179" y="78379"/>
                </a:quadBezTo>
                <a:lnTo>
                  <a:pt x="35227" y="45330"/>
                </a:ln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lnTo>
                  <a:pt x="45330" y="35227"/>
                </a:lnTo>
                <a:lnTo>
                  <a:pt x="78379" y="2179"/>
                </a:lnTo>
                <a:quadBezTo>
                  <a:pt x="80435" y="0"/>
                  <a:pt x="83430" y="86"/>
                </a:quadBezTo>
                <a:quadBezTo>
                  <a:pt x="86425" y="0"/>
                  <a:pt x="88481" y="2179"/>
                </a:quadBezTo>
                <a:quadBezTo>
                  <a:pt x="90660" y="4235"/>
                  <a:pt x="90574" y="7230"/>
                </a:quadBezTo>
                <a:quadBezTo>
                  <a:pt x="90660" y="10225"/>
                  <a:pt x="88481" y="12281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Box"/>
          <p:cNvSpPr txBox="1"/>
          <p:nvPr/>
        </p:nvSpPr>
        <p:spPr>
          <a:xfrm>
            <a:off x="6972300" y="7553325"/>
            <a:ext cx="189349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 Bold"/>
                <a:ea typeface="Inter Bold"/>
                <a:cs typeface="Inter Bold"/>
              </a:rPr>
              <a:t>macOS · 红绿灯叠加，左侧留 78px</a:t>
            </a:r>
          </a:p>
        </p:txBody>
      </p:sp>
      <p:sp>
        <p:nvSpPr>
          <p:cNvPr id="133" name="Rectangle"/>
          <p:cNvSpPr/>
          <p:nvPr/>
        </p:nvSpPr>
        <p:spPr>
          <a:xfrm>
            <a:off x="6972300" y="7791450"/>
            <a:ext cx="2286000" cy="495300"/>
          </a:xfrm>
          <a:prstGeom prst="roundRect">
            <a:avLst>
              <a:gd name="adj" fmla="val 11538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Rectangle"/>
          <p:cNvSpPr/>
          <p:nvPr/>
        </p:nvSpPr>
        <p:spPr>
          <a:xfrm>
            <a:off x="7105650" y="7981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Rectangle"/>
          <p:cNvSpPr/>
          <p:nvPr/>
        </p:nvSpPr>
        <p:spPr>
          <a:xfrm>
            <a:off x="7296150" y="7981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Rectangle"/>
          <p:cNvSpPr/>
          <p:nvPr/>
        </p:nvSpPr>
        <p:spPr>
          <a:xfrm>
            <a:off x="7486650" y="7981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Box"/>
          <p:cNvSpPr txBox="1"/>
          <p:nvPr/>
        </p:nvSpPr>
        <p:spPr>
          <a:xfrm>
            <a:off x="6972300" y="8382000"/>
            <a:ext cx="462430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B3261E"/>
                </a:solidFill>
                <a:latin typeface="Inter"/>
                <a:ea typeface="Inter"/>
                <a:cs typeface="Inter"/>
              </a:rPr>
              <a:t>关闭按钮行为取决于「关闭时留在系统托盘」这个设置。macOS 与移动端从未真机验证，G58 未决。</a:t>
            </a:r>
          </a:p>
        </p:txBody>
      </p:sp>
      <p:sp>
        <p:nvSpPr>
          <p:cNvPr id="138" name="Rectangle"/>
          <p:cNvSpPr/>
          <p:nvPr/>
        </p:nvSpPr>
        <p:spPr>
          <a:xfrm>
            <a:off x="4763" y="7081838"/>
            <a:ext cx="13706475" cy="1657350"/>
          </a:xfrm>
          <a:prstGeom prst="roundRect">
            <a:avLst>
              <a:gd name="adj" fmla="val 5459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716000" cy="1047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381000" y="266700"/>
            <a:ext cx="1347788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 spc="-38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交互状态规格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381000" y="619125"/>
            <a:ext cx="529544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每个控件都必须把这五种状态画出来。缺状态 = 交付不全。触发动效只碰 transform 与 opacity。</a:t>
            </a:r>
          </a:p>
        </p:txBody>
      </p:sp>
      <p:sp>
        <p:nvSpPr>
          <p:cNvPr id="5" name="Rectangle"/>
          <p:cNvSpPr/>
          <p:nvPr/>
        </p:nvSpPr>
        <p:spPr>
          <a:xfrm>
            <a:off x="0" y="1000125"/>
            <a:ext cx="13716000" cy="1885950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90500" y="1190625"/>
            <a:ext cx="158322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按钮 · 四种变体 × 五种状态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90500" y="1609725"/>
            <a:ext cx="31432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主按钮</a:t>
            </a:r>
          </a:p>
        </p:txBody>
      </p:sp>
      <p:sp>
        <p:nvSpPr>
          <p:cNvPr id="8" name="Rectangle"/>
          <p:cNvSpPr/>
          <p:nvPr/>
        </p:nvSpPr>
        <p:spPr>
          <a:xfrm>
            <a:off x="895350" y="1476375"/>
            <a:ext cx="952500" cy="381000"/>
          </a:xfrm>
          <a:prstGeom prst="roundRect">
            <a:avLst>
              <a:gd name="adj" fmla="val 50000"/>
            </a:avLst>
          </a:pr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"/>
          <p:cNvSpPr txBox="1"/>
          <p:nvPr/>
        </p:nvSpPr>
        <p:spPr>
          <a:xfrm>
            <a:off x="1943100" y="1600200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默认</a:t>
            </a:r>
          </a:p>
        </p:txBody>
      </p:sp>
      <p:sp>
        <p:nvSpPr>
          <p:cNvPr id="10" name="Rectangle"/>
          <p:cNvSpPr/>
          <p:nvPr/>
        </p:nvSpPr>
        <p:spPr>
          <a:xfrm>
            <a:off x="2266950" y="1476375"/>
            <a:ext cx="952500" cy="381000"/>
          </a:xfrm>
          <a:prstGeom prst="roundRect">
            <a:avLst>
              <a:gd name="adj" fmla="val 50000"/>
            </a:avLst>
          </a:prstGeom>
          <a:solidFill>
            <a:srgbClr val="2E2E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3314700" y="1600200"/>
            <a:ext cx="78023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悬停 +6% 亮度</a:t>
            </a:r>
          </a:p>
        </p:txBody>
      </p:sp>
      <p:sp>
        <p:nvSpPr>
          <p:cNvPr id="12" name="Rectangle"/>
          <p:cNvSpPr/>
          <p:nvPr/>
        </p:nvSpPr>
        <p:spPr>
          <a:xfrm>
            <a:off x="4191000" y="1476375"/>
            <a:ext cx="952500" cy="381000"/>
          </a:xfrm>
          <a:prstGeom prst="roundRect">
            <a:avLst>
              <a:gd name="adj" fmla="val 50000"/>
            </a:avLst>
          </a:prstGeom>
          <a:solidFill>
            <a:srgbClr val="0E0E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5238750" y="1600200"/>
            <a:ext cx="74362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按下 scale .97</a:t>
            </a:r>
          </a:p>
        </p:txBody>
      </p:sp>
      <p:sp>
        <p:nvSpPr>
          <p:cNvPr id="14" name="Rectangle"/>
          <p:cNvSpPr/>
          <p:nvPr/>
        </p:nvSpPr>
        <p:spPr>
          <a:xfrm>
            <a:off x="6105525" y="1495425"/>
            <a:ext cx="952500" cy="381000"/>
          </a:xfrm>
          <a:prstGeom prst="roundRect">
            <a:avLst>
              <a:gd name="adj" fmla="val 50000"/>
            </a:avLst>
          </a:pr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6096000" y="1485900"/>
            <a:ext cx="971550" cy="4000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4469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7134225" y="1600200"/>
            <a:ext cx="83531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聚焦 2px 外描边</a:t>
            </a:r>
          </a:p>
        </p:txBody>
      </p:sp>
      <p:sp>
        <p:nvSpPr>
          <p:cNvPr id="17" name="Rectangle"/>
          <p:cNvSpPr/>
          <p:nvPr/>
        </p:nvSpPr>
        <p:spPr>
          <a:xfrm>
            <a:off x="8067675" y="1476375"/>
            <a:ext cx="952500" cy="381000"/>
          </a:xfrm>
          <a:prstGeom prst="roundRect">
            <a:avLst>
              <a:gd name="adj" fmla="val 500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9115425" y="1600200"/>
            <a:ext cx="141195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禁用 45% · 不写「为什么」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90500" y="2124075"/>
            <a:ext cx="31432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次按钮</a:t>
            </a:r>
          </a:p>
        </p:txBody>
      </p:sp>
      <p:sp>
        <p:nvSpPr>
          <p:cNvPr id="20" name="Rectangle"/>
          <p:cNvSpPr/>
          <p:nvPr/>
        </p:nvSpPr>
        <p:spPr>
          <a:xfrm>
            <a:off x="895350" y="1990725"/>
            <a:ext cx="952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900113" y="1995488"/>
            <a:ext cx="9429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1943100" y="1990725"/>
            <a:ext cx="952500" cy="381000"/>
          </a:xfrm>
          <a:prstGeom prst="roundRect">
            <a:avLst>
              <a:gd name="adj" fmla="val 500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1947863" y="1995488"/>
            <a:ext cx="9429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2990850" y="1990725"/>
            <a:ext cx="952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2995613" y="1995488"/>
            <a:ext cx="9429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3261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4038600" y="2114550"/>
            <a:ext cx="200465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6A62"/>
                </a:solidFill>
                <a:latin typeface="Inter"/>
                <a:ea typeface="Inter"/>
                <a:cs typeface="Inter"/>
              </a:rPr>
              <a:t>危险变体：文字转 --danger，描边同色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90500" y="2505075"/>
            <a:ext cx="60579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禁用态不写「为什么不能点」——那是把责任推给用户。要么给出原因文案，要么在条件不满足时根本不渲染这颗控件。</a:t>
            </a:r>
          </a:p>
        </p:txBody>
      </p:sp>
      <p:sp>
        <p:nvSpPr>
          <p:cNvPr id="28" name="Rectangle"/>
          <p:cNvSpPr/>
          <p:nvPr/>
        </p:nvSpPr>
        <p:spPr>
          <a:xfrm>
            <a:off x="4763" y="1004888"/>
            <a:ext cx="13706475" cy="1876425"/>
          </a:xfrm>
          <a:prstGeom prst="roundRect">
            <a:avLst>
              <a:gd name="adj" fmla="val 4822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"/>
          <p:cNvSpPr/>
          <p:nvPr/>
        </p:nvSpPr>
        <p:spPr>
          <a:xfrm>
            <a:off x="0" y="2886075"/>
            <a:ext cx="13716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190500" y="3076575"/>
            <a:ext cx="205079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输入框 · 只读与错误是两件不同的事</a:t>
            </a:r>
          </a:p>
        </p:txBody>
      </p:sp>
      <p:sp>
        <p:nvSpPr>
          <p:cNvPr id="31" name="Rectangle"/>
          <p:cNvSpPr/>
          <p:nvPr/>
        </p:nvSpPr>
        <p:spPr>
          <a:xfrm>
            <a:off x="190500" y="3362325"/>
            <a:ext cx="843915" cy="952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1152525" y="336232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默认</a:t>
            </a:r>
          </a:p>
        </p:txBody>
      </p:sp>
      <p:sp>
        <p:nvSpPr>
          <p:cNvPr id="33" name="Rectangle"/>
          <p:cNvSpPr/>
          <p:nvPr/>
        </p:nvSpPr>
        <p:spPr>
          <a:xfrm>
            <a:off x="1476375" y="3362325"/>
            <a:ext cx="843915" cy="342900"/>
          </a:xfrm>
          <a:prstGeom prst="roundRect">
            <a:avLst>
              <a:gd name="adj" fmla="val 27777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2428875" y="3362325"/>
            <a:ext cx="897801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占位文字用 --mute</a:t>
            </a:r>
          </a:p>
        </p:txBody>
      </p:sp>
      <p:sp>
        <p:nvSpPr>
          <p:cNvPr id="35" name="Rectangle"/>
          <p:cNvSpPr/>
          <p:nvPr/>
        </p:nvSpPr>
        <p:spPr>
          <a:xfrm>
            <a:off x="3448050" y="3362325"/>
            <a:ext cx="843915" cy="952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4410075" y="336232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聚焦</a:t>
            </a:r>
          </a:p>
        </p:txBody>
      </p:sp>
      <p:sp>
        <p:nvSpPr>
          <p:cNvPr id="37" name="Rectangle"/>
          <p:cNvSpPr/>
          <p:nvPr/>
        </p:nvSpPr>
        <p:spPr>
          <a:xfrm>
            <a:off x="4752975" y="3381375"/>
            <a:ext cx="843915" cy="342900"/>
          </a:xfrm>
          <a:prstGeom prst="roundRect">
            <a:avLst>
              <a:gd name="adj" fmla="val 27777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"/>
          <p:cNvSpPr/>
          <p:nvPr/>
        </p:nvSpPr>
        <p:spPr>
          <a:xfrm>
            <a:off x="4743450" y="3371850"/>
            <a:ext cx="862965" cy="361950"/>
          </a:xfrm>
          <a:prstGeom prst="roundRect">
            <a:avLst>
              <a:gd name="adj" fmla="val 28947"/>
            </a:avLst>
          </a:prstGeom>
          <a:noFill/>
          <a:ln w="19050">
            <a:solidFill>
              <a:srgbClr val="24469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5686425" y="336232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1A1A17"/>
                </a:solidFill>
                <a:latin typeface="Inter"/>
                <a:ea typeface="Inter"/>
                <a:cs typeface="Inter"/>
              </a:rPr>
              <a:t>内容</a:t>
            </a:r>
          </a:p>
        </p:txBody>
      </p:sp>
      <p:sp>
        <p:nvSpPr>
          <p:cNvPr id="40" name="Rectangle"/>
          <p:cNvSpPr/>
          <p:nvPr/>
        </p:nvSpPr>
        <p:spPr>
          <a:xfrm>
            <a:off x="6010275" y="3362325"/>
            <a:ext cx="843915" cy="952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6972300" y="336232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B3261E"/>
                </a:solidFill>
                <a:latin typeface="Inter"/>
                <a:ea typeface="Inter"/>
                <a:cs typeface="Inter"/>
              </a:rPr>
              <a:t>错误</a:t>
            </a:r>
          </a:p>
        </p:txBody>
      </p:sp>
      <p:sp>
        <p:nvSpPr>
          <p:cNvPr id="42" name="Rectangle"/>
          <p:cNvSpPr/>
          <p:nvPr/>
        </p:nvSpPr>
        <p:spPr>
          <a:xfrm>
            <a:off x="7296150" y="3362325"/>
            <a:ext cx="843915" cy="342900"/>
          </a:xfrm>
          <a:prstGeom prst="roundRect">
            <a:avLst>
              <a:gd name="adj" fmla="val 27777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"/>
          <p:cNvSpPr/>
          <p:nvPr/>
        </p:nvSpPr>
        <p:spPr>
          <a:xfrm>
            <a:off x="7300913" y="3367088"/>
            <a:ext cx="834390" cy="333375"/>
          </a:xfrm>
          <a:prstGeom prst="roundRect">
            <a:avLst>
              <a:gd name="adj" fmla="val 27142"/>
            </a:avLst>
          </a:prstGeom>
          <a:noFill/>
          <a:ln w="9525">
            <a:solidFill>
              <a:srgbClr val="B3261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"/>
          <p:cNvSpPr txBox="1"/>
          <p:nvPr/>
        </p:nvSpPr>
        <p:spPr>
          <a:xfrm>
            <a:off x="8258175" y="3362325"/>
            <a:ext cx="52387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1A1A17"/>
                </a:solidFill>
                <a:latin typeface="Inter"/>
                <a:ea typeface="Inter"/>
                <a:cs typeface="Inter"/>
              </a:rPr>
              <a:t>含容量的值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8896350" y="3362325"/>
            <a:ext cx="773841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B3261E"/>
                </a:solidFill>
                <a:latin typeface="Inter"/>
                <a:ea typeface="Inter"/>
                <a:cs typeface="Inter"/>
              </a:rPr>
              <a:t>口令超过 256 个字符。</a:t>
            </a:r>
          </a:p>
        </p:txBody>
      </p:sp>
      <p:sp>
        <p:nvSpPr>
          <p:cNvPr id="46" name="Rectangle"/>
          <p:cNvSpPr/>
          <p:nvPr/>
        </p:nvSpPr>
        <p:spPr>
          <a:xfrm>
            <a:off x="9848850" y="3362325"/>
            <a:ext cx="843915" cy="952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10810875" y="336232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只读</a:t>
            </a:r>
          </a:p>
        </p:txBody>
      </p:sp>
      <p:sp>
        <p:nvSpPr>
          <p:cNvPr id="48" name="Rectangle"/>
          <p:cNvSpPr/>
          <p:nvPr/>
        </p:nvSpPr>
        <p:spPr>
          <a:xfrm>
            <a:off x="11134725" y="3362325"/>
            <a:ext cx="843915" cy="342900"/>
          </a:xfrm>
          <a:prstGeom prst="roundRect">
            <a:avLst>
              <a:gd name="adj" fmla="val 27777"/>
            </a:avLst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"/>
          <p:cNvSpPr/>
          <p:nvPr/>
        </p:nvSpPr>
        <p:spPr>
          <a:xfrm>
            <a:off x="11139488" y="3367088"/>
            <a:ext cx="834390" cy="333375"/>
          </a:xfrm>
          <a:prstGeom prst="roundRect">
            <a:avLst>
              <a:gd name="adj" fmla="val 27142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"/>
          <p:cNvSpPr txBox="1"/>
          <p:nvPr/>
        </p:nvSpPr>
        <p:spPr>
          <a:xfrm>
            <a:off x="12087225" y="3362325"/>
            <a:ext cx="471488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••••••••</a:t>
            </a:r>
          </a:p>
        </p:txBody>
      </p:sp>
      <p:sp>
        <p:nvSpPr>
          <p:cNvPr id="51" name="TextBox"/>
          <p:cNvSpPr txBox="1"/>
          <p:nvPr/>
        </p:nvSpPr>
        <p:spPr>
          <a:xfrm>
            <a:off x="12677775" y="3362325"/>
            <a:ext cx="8382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只因为不可编辑，不是因为错。</a:t>
            </a:r>
          </a:p>
        </p:txBody>
      </p:sp>
      <p:sp>
        <p:nvSpPr>
          <p:cNvPr id="52" name="Rectangle"/>
          <p:cNvSpPr/>
          <p:nvPr/>
        </p:nvSpPr>
        <p:spPr>
          <a:xfrm>
            <a:off x="4763" y="2890838"/>
            <a:ext cx="13706475" cy="1609725"/>
          </a:xfrm>
          <a:prstGeom prst="roundRect">
            <a:avLst>
              <a:gd name="adj" fmla="val 5621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"/>
          <p:cNvSpPr/>
          <p:nvPr/>
        </p:nvSpPr>
        <p:spPr>
          <a:xfrm>
            <a:off x="0" y="4505325"/>
            <a:ext cx="13716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190500" y="4695825"/>
            <a:ext cx="13078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行 · 悬停才浮出的动作</a:t>
            </a:r>
          </a:p>
        </p:txBody>
      </p:sp>
      <p:sp>
        <p:nvSpPr>
          <p:cNvPr id="55" name="Rectangle"/>
          <p:cNvSpPr/>
          <p:nvPr/>
        </p:nvSpPr>
        <p:spPr>
          <a:xfrm>
            <a:off x="190500" y="4981575"/>
            <a:ext cx="13335000" cy="419100"/>
          </a:xfrm>
          <a:prstGeom prst="roundRect">
            <a:avLst>
              <a:gd name="adj" fmla="val 13636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"/>
          <p:cNvSpPr txBox="1"/>
          <p:nvPr/>
        </p:nvSpPr>
        <p:spPr>
          <a:xfrm>
            <a:off x="190500" y="5438775"/>
            <a:ext cx="10287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普通行：动作不浮出</a:t>
            </a:r>
          </a:p>
        </p:txBody>
      </p:sp>
      <p:sp>
        <p:nvSpPr>
          <p:cNvPr id="57" name="Rectangle"/>
          <p:cNvSpPr/>
          <p:nvPr/>
        </p:nvSpPr>
        <p:spPr>
          <a:xfrm>
            <a:off x="190500" y="5619750"/>
            <a:ext cx="13335000" cy="419100"/>
          </a:xfrm>
          <a:prstGeom prst="roundRect">
            <a:avLst>
              <a:gd name="adj" fmla="val 13636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Path"/>
          <p:cNvSpPr/>
          <p:nvPr/>
        </p:nvSpPr>
        <p:spPr>
          <a:xfrm>
            <a:off x="374940" y="5765901"/>
            <a:ext cx="129992" cy="124865"/>
          </a:xfrm>
          <a:custGeom>
            <a:avLst/>
            <a:gdLst/>
            <a:ahLst/>
            <a:cxnLst/>
            <a:rect l="0" t="0" r="r" b="b"/>
            <a:pathLst>
              <a:path w="129992" h="124865">
                <a:moveTo>
                  <a:pt x="70252" y="3746"/>
                </a:moveTo>
                <a:lnTo>
                  <a:pt x="87017" y="38157"/>
                </a:lnTo>
                <a:lnTo>
                  <a:pt x="124959" y="43451"/>
                </a:lnTo>
                <a:quadBezTo>
                  <a:pt x="125907" y="43581"/>
                  <a:pt x="126759" y="44017"/>
                </a:quadBezTo>
                <a:quadBezTo>
                  <a:pt x="127613" y="44448"/>
                  <a:pt x="128276" y="45137"/>
                </a:quadBezTo>
                <a:quadBezTo>
                  <a:pt x="129992" y="46811"/>
                  <a:pt x="129884" y="49205"/>
                </a:quadBezTo>
                <a:quadBezTo>
                  <a:pt x="129913" y="51602"/>
                  <a:pt x="128144" y="53218"/>
                </a:quadBezTo>
                <a:lnTo>
                  <a:pt x="100763" y="79716"/>
                </a:lnTo>
                <a:lnTo>
                  <a:pt x="106950" y="117726"/>
                </a:lnTo>
                <a:quadBezTo>
                  <a:pt x="107107" y="118674"/>
                  <a:pt x="106940" y="119621"/>
                </a:quadBezTo>
                <a:quadBezTo>
                  <a:pt x="106778" y="120568"/>
                  <a:pt x="106312" y="121408"/>
                </a:quadBezTo>
                <a:quadBezTo>
                  <a:pt x="105213" y="123539"/>
                  <a:pt x="102892" y="124136"/>
                </a:quadBezTo>
                <a:quadBezTo>
                  <a:pt x="100609" y="124865"/>
                  <a:pt x="98545" y="123646"/>
                </a:quadBezTo>
                <a:lnTo>
                  <a:pt x="65115" y="105171"/>
                </a:lnTo>
                <a:lnTo>
                  <a:pt x="31684" y="123646"/>
                </a:lnTo>
                <a:quadBezTo>
                  <a:pt x="30844" y="124113"/>
                  <a:pt x="29896" y="124275"/>
                </a:quadBezTo>
                <a:quadBezTo>
                  <a:pt x="28950" y="124441"/>
                  <a:pt x="28001" y="124285"/>
                </a:quadBezTo>
                <a:quadBezTo>
                  <a:pt x="25626" y="123968"/>
                  <a:pt x="24282" y="121983"/>
                </a:quadBezTo>
                <a:quadBezTo>
                  <a:pt x="22826" y="120079"/>
                  <a:pt x="23279" y="117726"/>
                </a:quadBezTo>
                <a:lnTo>
                  <a:pt x="29466" y="79716"/>
                </a:lnTo>
                <a:lnTo>
                  <a:pt x="2085" y="53218"/>
                </a:lnTo>
                <a:quadBezTo>
                  <a:pt x="1396" y="52555"/>
                  <a:pt x="965" y="51701"/>
                </a:quadBezTo>
                <a:quadBezTo>
                  <a:pt x="529" y="50849"/>
                  <a:pt x="399" y="49901"/>
                </a:quadBezTo>
                <a:quadBezTo>
                  <a:pt x="0" y="47538"/>
                  <a:pt x="1499" y="45668"/>
                </a:quadBezTo>
                <a:quadBezTo>
                  <a:pt x="2887" y="43714"/>
                  <a:pt x="5270" y="43451"/>
                </a:quadBezTo>
                <a:lnTo>
                  <a:pt x="43212" y="38157"/>
                </a:lnTo>
                <a:lnTo>
                  <a:pt x="59977" y="3746"/>
                </a:lnTo>
                <a:quadBezTo>
                  <a:pt x="60394" y="2884"/>
                  <a:pt x="61073" y="2208"/>
                </a:quadBezTo>
                <a:quadBezTo>
                  <a:pt x="61749" y="1529"/>
                  <a:pt x="62612" y="1111"/>
                </a:quadBezTo>
                <a:quadBezTo>
                  <a:pt x="64735" y="0"/>
                  <a:pt x="66978" y="846"/>
                </a:quadBezTo>
                <a:quadBezTo>
                  <a:pt x="69265" y="1562"/>
                  <a:pt x="70252" y="3746"/>
                </a:quadBezTo>
                <a:close/>
                <a:moveTo>
                  <a:pt x="78074" y="45900"/>
                </a:moveTo>
                <a:lnTo>
                  <a:pt x="65115" y="19298"/>
                </a:lnTo>
                <a:lnTo>
                  <a:pt x="52155" y="45900"/>
                </a:lnTo>
                <a:quadBezTo>
                  <a:pt x="51538" y="47189"/>
                  <a:pt x="50375" y="48021"/>
                </a:quadBezTo>
                <a:quadBezTo>
                  <a:pt x="49224" y="48869"/>
                  <a:pt x="47807" y="49057"/>
                </a:quadBezTo>
                <a:lnTo>
                  <a:pt x="18453" y="53153"/>
                </a:lnTo>
                <a:lnTo>
                  <a:pt x="39561" y="73580"/>
                </a:lnTo>
                <a:quadBezTo>
                  <a:pt x="40578" y="74550"/>
                  <a:pt x="41012" y="75888"/>
                </a:quadBezTo>
                <a:quadBezTo>
                  <a:pt x="41463" y="77219"/>
                  <a:pt x="41228" y="78605"/>
                </a:quadBezTo>
                <a:lnTo>
                  <a:pt x="36450" y="107953"/>
                </a:lnTo>
                <a:lnTo>
                  <a:pt x="62350" y="93639"/>
                </a:lnTo>
                <a:quadBezTo>
                  <a:pt x="63637" y="92915"/>
                  <a:pt x="65115" y="92926"/>
                </a:quadBezTo>
                <a:quadBezTo>
                  <a:pt x="66592" y="92915"/>
                  <a:pt x="67879" y="93639"/>
                </a:quadBezTo>
                <a:lnTo>
                  <a:pt x="93779" y="107953"/>
                </a:lnTo>
                <a:lnTo>
                  <a:pt x="89001" y="78605"/>
                </a:lnTo>
                <a:quadBezTo>
                  <a:pt x="88766" y="77219"/>
                  <a:pt x="89218" y="75888"/>
                </a:quadBezTo>
                <a:quadBezTo>
                  <a:pt x="89651" y="74550"/>
                  <a:pt x="90668" y="73580"/>
                </a:quadBezTo>
                <a:lnTo>
                  <a:pt x="111776" y="53153"/>
                </a:lnTo>
                <a:lnTo>
                  <a:pt x="82422" y="49057"/>
                </a:lnTo>
                <a:quadBezTo>
                  <a:pt x="81005" y="48869"/>
                  <a:pt x="79854" y="48021"/>
                </a:quadBezTo>
                <a:quadBezTo>
                  <a:pt x="78691" y="47189"/>
                  <a:pt x="78074" y="45900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Path"/>
          <p:cNvSpPr/>
          <p:nvPr/>
        </p:nvSpPr>
        <p:spPr>
          <a:xfrm>
            <a:off x="6822195" y="5783394"/>
            <a:ext cx="119235" cy="86473"/>
          </a:xfrm>
          <a:custGeom>
            <a:avLst/>
            <a:gdLst/>
            <a:ahLst/>
            <a:cxnLst/>
            <a:rect l="0" t="0" r="r" b="b"/>
            <a:pathLst>
              <a:path w="119235" h="86473">
                <a:moveTo>
                  <a:pt x="108810" y="1416"/>
                </a:moveTo>
                <a:quadBezTo>
                  <a:pt x="111450" y="0"/>
                  <a:pt x="114264" y="1029"/>
                </a:quadBezTo>
                <a:quadBezTo>
                  <a:pt x="117132" y="1894"/>
                  <a:pt x="118395" y="4611"/>
                </a:quadBezTo>
                <a:quadBezTo>
                  <a:pt x="118767" y="5355"/>
                  <a:pt x="118958" y="6165"/>
                </a:quadBezTo>
                <a:quadBezTo>
                  <a:pt x="119149" y="6974"/>
                  <a:pt x="119149" y="7806"/>
                </a:quadBezTo>
                <a:lnTo>
                  <a:pt x="119149" y="74481"/>
                </a:lnTo>
                <a:quadBezTo>
                  <a:pt x="119235" y="77476"/>
                  <a:pt x="117056" y="79532"/>
                </a:quadBezTo>
                <a:quadBezTo>
                  <a:pt x="115000" y="81711"/>
                  <a:pt x="112005" y="81625"/>
                </a:quadBezTo>
                <a:quadBezTo>
                  <a:pt x="111173" y="81625"/>
                  <a:pt x="110364" y="81434"/>
                </a:quadBezTo>
                <a:quadBezTo>
                  <a:pt x="109554" y="81243"/>
                  <a:pt x="108810" y="80871"/>
                </a:quadBezTo>
                <a:lnTo>
                  <a:pt x="71524" y="62227"/>
                </a:lnTo>
                <a:lnTo>
                  <a:pt x="71524" y="79243"/>
                </a:lnTo>
                <a:quadBezTo>
                  <a:pt x="71610" y="82238"/>
                  <a:pt x="69431" y="84295"/>
                </a:quadBezTo>
                <a:quadBezTo>
                  <a:pt x="67375" y="86473"/>
                  <a:pt x="64380" y="86387"/>
                </a:quadBezTo>
                <a:lnTo>
                  <a:pt x="7230" y="86387"/>
                </a:lnTo>
                <a:quadBezTo>
                  <a:pt x="4235" y="86473"/>
                  <a:pt x="2179" y="84295"/>
                </a:quadBezTo>
                <a:quadBezTo>
                  <a:pt x="0" y="82238"/>
                  <a:pt x="86" y="79243"/>
                </a:quadBezTo>
                <a:lnTo>
                  <a:pt x="86" y="12568"/>
                </a:lnTo>
                <a:quadBezTo>
                  <a:pt x="0" y="9574"/>
                  <a:pt x="2179" y="7517"/>
                </a:quadBezTo>
                <a:quadBezTo>
                  <a:pt x="4235" y="5339"/>
                  <a:pt x="7230" y="5425"/>
                </a:quadBezTo>
                <a:lnTo>
                  <a:pt x="64380" y="5425"/>
                </a:lnTo>
                <a:quadBezTo>
                  <a:pt x="67375" y="5339"/>
                  <a:pt x="69431" y="7517"/>
                </a:quadBezTo>
                <a:quadBezTo>
                  <a:pt x="71610" y="9574"/>
                  <a:pt x="71524" y="12568"/>
                </a:quadBezTo>
                <a:lnTo>
                  <a:pt x="71524" y="20060"/>
                </a:lnTo>
                <a:lnTo>
                  <a:pt x="108810" y="1416"/>
                </a:lnTo>
                <a:close/>
                <a:moveTo>
                  <a:pt x="71524" y="46253"/>
                </a:moveTo>
                <a:lnTo>
                  <a:pt x="104861" y="62922"/>
                </a:lnTo>
                <a:lnTo>
                  <a:pt x="104861" y="19365"/>
                </a:lnTo>
                <a:lnTo>
                  <a:pt x="71524" y="36034"/>
                </a:lnTo>
                <a:lnTo>
                  <a:pt x="71524" y="46253"/>
                </a:lnTo>
                <a:close/>
                <a:moveTo>
                  <a:pt x="14374" y="19712"/>
                </a:moveTo>
                <a:lnTo>
                  <a:pt x="14374" y="72100"/>
                </a:lnTo>
                <a:lnTo>
                  <a:pt x="57236" y="72100"/>
                </a:lnTo>
                <a:lnTo>
                  <a:pt x="57236" y="19712"/>
                </a:lnTo>
                <a:lnTo>
                  <a:pt x="14374" y="19712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Path"/>
          <p:cNvSpPr/>
          <p:nvPr/>
        </p:nvSpPr>
        <p:spPr>
          <a:xfrm>
            <a:off x="13261095" y="5765006"/>
            <a:ext cx="114472" cy="126683"/>
          </a:xfrm>
          <a:custGeom>
            <a:avLst/>
            <a:gdLst/>
            <a:ahLst/>
            <a:cxnLst/>
            <a:rect l="0" t="0" r="r" b="b"/>
            <a:pathLst>
              <a:path w="114472" h="126683">
                <a:moveTo>
                  <a:pt x="94597" y="21431"/>
                </a:moveTo>
                <a:quadBezTo>
                  <a:pt x="95085" y="21397"/>
                  <a:pt x="95597" y="21431"/>
                </a:quadBezTo>
                <a:lnTo>
                  <a:pt x="107242" y="21431"/>
                </a:lnTo>
                <a:quadBezTo>
                  <a:pt x="110237" y="21345"/>
                  <a:pt x="112294" y="23524"/>
                </a:quadBezTo>
                <a:quadBezTo>
                  <a:pt x="114472" y="25580"/>
                  <a:pt x="114386" y="28575"/>
                </a:quadBezTo>
                <a:quadBezTo>
                  <a:pt x="114472" y="31570"/>
                  <a:pt x="112294" y="33626"/>
                </a:quadBezTo>
                <a:quadBezTo>
                  <a:pt x="110237" y="35805"/>
                  <a:pt x="107242" y="35719"/>
                </a:quadBezTo>
                <a:lnTo>
                  <a:pt x="102072" y="35719"/>
                </a:lnTo>
                <a:lnTo>
                  <a:pt x="97705" y="109957"/>
                </a:lnTo>
                <a:quadBezTo>
                  <a:pt x="97349" y="117075"/>
                  <a:pt x="92065" y="121938"/>
                </a:quadBezTo>
                <a:quadBezTo>
                  <a:pt x="86910" y="126683"/>
                  <a:pt x="79810" y="126683"/>
                </a:quadBezTo>
                <a:lnTo>
                  <a:pt x="34662" y="126683"/>
                </a:lnTo>
                <a:quadBezTo>
                  <a:pt x="27563" y="126683"/>
                  <a:pt x="22407" y="121938"/>
                </a:quadBezTo>
                <a:quadBezTo>
                  <a:pt x="17123" y="117075"/>
                  <a:pt x="16764" y="109894"/>
                </a:quadBezTo>
                <a:lnTo>
                  <a:pt x="12400" y="35719"/>
                </a:lnTo>
                <a:lnTo>
                  <a:pt x="7230" y="35719"/>
                </a:lnTo>
                <a:quadBezTo>
                  <a:pt x="4235" y="35805"/>
                  <a:pt x="2179" y="33626"/>
                </a:quadBezTo>
                <a:quadBezTo>
                  <a:pt x="0" y="31570"/>
                  <a:pt x="86" y="28575"/>
                </a:quadBezTo>
                <a:quadBezTo>
                  <a:pt x="0" y="25580"/>
                  <a:pt x="2179" y="23524"/>
                </a:quadBezTo>
                <a:quadBezTo>
                  <a:pt x="4235" y="21345"/>
                  <a:pt x="7230" y="21431"/>
                </a:quadBezTo>
                <a:lnTo>
                  <a:pt x="18875" y="21431"/>
                </a:lnTo>
                <a:quadBezTo>
                  <a:pt x="19387" y="21397"/>
                  <a:pt x="19876" y="21431"/>
                </a:quadBezTo>
                <a:lnTo>
                  <a:pt x="33424" y="21431"/>
                </a:lnTo>
                <a:lnTo>
                  <a:pt x="33424" y="16669"/>
                </a:lnTo>
                <a:quadBezTo>
                  <a:pt x="33424" y="9781"/>
                  <a:pt x="38314" y="4890"/>
                </a:quadBezTo>
                <a:quadBezTo>
                  <a:pt x="43204" y="0"/>
                  <a:pt x="50092" y="0"/>
                </a:quadBezTo>
                <a:lnTo>
                  <a:pt x="64380" y="0"/>
                </a:lnTo>
                <a:quadBezTo>
                  <a:pt x="71268" y="0"/>
                  <a:pt x="76158" y="4890"/>
                </a:quadBezTo>
                <a:quadBezTo>
                  <a:pt x="81049" y="9781"/>
                  <a:pt x="81049" y="16669"/>
                </a:quadBezTo>
                <a:lnTo>
                  <a:pt x="81049" y="21431"/>
                </a:lnTo>
                <a:lnTo>
                  <a:pt x="94597" y="21431"/>
                </a:lnTo>
                <a:close/>
                <a:moveTo>
                  <a:pt x="66761" y="21431"/>
                </a:moveTo>
                <a:lnTo>
                  <a:pt x="66761" y="16669"/>
                </a:lnTo>
                <a:quadBezTo>
                  <a:pt x="66761" y="14288"/>
                  <a:pt x="64380" y="14288"/>
                </a:quadBezTo>
                <a:lnTo>
                  <a:pt x="50092" y="14288"/>
                </a:lnTo>
                <a:quadBezTo>
                  <a:pt x="49122" y="14288"/>
                  <a:pt x="48417" y="14993"/>
                </a:quadBezTo>
                <a:quadBezTo>
                  <a:pt x="47711" y="15699"/>
                  <a:pt x="47711" y="16669"/>
                </a:quadBezTo>
                <a:lnTo>
                  <a:pt x="47711" y="21431"/>
                </a:lnTo>
                <a:lnTo>
                  <a:pt x="66761" y="21431"/>
                </a:lnTo>
                <a:close/>
                <a:moveTo>
                  <a:pt x="26712" y="35719"/>
                </a:moveTo>
                <a:lnTo>
                  <a:pt x="31034" y="109181"/>
                </a:lnTo>
                <a:quadBezTo>
                  <a:pt x="31194" y="112395"/>
                  <a:pt x="34662" y="112395"/>
                </a:quadBezTo>
                <a:lnTo>
                  <a:pt x="79810" y="112395"/>
                </a:lnTo>
                <a:quadBezTo>
                  <a:pt x="83278" y="112395"/>
                  <a:pt x="83442" y="109118"/>
                </a:quadBezTo>
                <a:lnTo>
                  <a:pt x="87760" y="35719"/>
                </a:lnTo>
                <a:lnTo>
                  <a:pt x="74355" y="35719"/>
                </a:lnTo>
                <a:quadBezTo>
                  <a:pt x="74133" y="35725"/>
                  <a:pt x="73905" y="35719"/>
                </a:quadBezTo>
                <a:quadBezTo>
                  <a:pt x="73677" y="35725"/>
                  <a:pt x="73454" y="35719"/>
                </a:quadBezTo>
                <a:lnTo>
                  <a:pt x="41018" y="35719"/>
                </a:lnTo>
                <a:quadBezTo>
                  <a:pt x="40795" y="35725"/>
                  <a:pt x="40567" y="35719"/>
                </a:quadBezTo>
                <a:quadBezTo>
                  <a:pt x="40339" y="35725"/>
                  <a:pt x="40117" y="35719"/>
                </a:quadBezTo>
                <a:lnTo>
                  <a:pt x="26712" y="35719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"/>
          <p:cNvSpPr txBox="1"/>
          <p:nvPr/>
        </p:nvSpPr>
        <p:spPr>
          <a:xfrm>
            <a:off x="190500" y="6076950"/>
            <a:ext cx="129844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悬停/聚焦：右侧动作浮出</a:t>
            </a:r>
          </a:p>
        </p:txBody>
      </p:sp>
      <p:sp>
        <p:nvSpPr>
          <p:cNvPr id="62" name="Rectangle"/>
          <p:cNvSpPr/>
          <p:nvPr/>
        </p:nvSpPr>
        <p:spPr>
          <a:xfrm>
            <a:off x="4763" y="4510088"/>
            <a:ext cx="13706475" cy="1895475"/>
          </a:xfrm>
          <a:prstGeom prst="roundRect">
            <a:avLst>
              <a:gd name="adj" fmla="val 4773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"/>
          <p:cNvSpPr txBox="1"/>
          <p:nvPr/>
        </p:nvSpPr>
        <p:spPr>
          <a:xfrm>
            <a:off x="0" y="6410325"/>
            <a:ext cx="566756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悬停动作不占布局 —— 出现时用 opacity 淡入，不推动任何相邻元素。触摸端没有 hover，这些动作常驻显示。</a:t>
            </a:r>
          </a:p>
        </p:txBody>
      </p:sp>
      <p:sp>
        <p:nvSpPr>
          <p:cNvPr id="64" name="Rectangle"/>
          <p:cNvSpPr/>
          <p:nvPr/>
        </p:nvSpPr>
        <p:spPr>
          <a:xfrm>
            <a:off x="0" y="6600825"/>
            <a:ext cx="13716000" cy="3600450"/>
          </a:xfrm>
          <a:prstGeom prst="roundRect">
            <a:avLst>
              <a:gd name="adj" fmla="val 264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Box"/>
          <p:cNvSpPr txBox="1"/>
          <p:nvPr/>
        </p:nvSpPr>
        <p:spPr>
          <a:xfrm>
            <a:off x="190500" y="6791325"/>
            <a:ext cx="16793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浮层与反馈 · 一律不参与布局</a:t>
            </a:r>
          </a:p>
        </p:txBody>
      </p:sp>
      <p:sp>
        <p:nvSpPr>
          <p:cNvPr id="66" name="TextBox"/>
          <p:cNvSpPr txBox="1"/>
          <p:nvPr/>
        </p:nvSpPr>
        <p:spPr>
          <a:xfrm>
            <a:off x="190500" y="7077075"/>
            <a:ext cx="133229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自绘下拉（禁止原生 select）</a:t>
            </a:r>
          </a:p>
        </p:txBody>
      </p:sp>
      <p:sp>
        <p:nvSpPr>
          <p:cNvPr id="67" name="Rectangle"/>
          <p:cNvSpPr/>
          <p:nvPr/>
        </p:nvSpPr>
        <p:spPr>
          <a:xfrm>
            <a:off x="190500" y="7277100"/>
            <a:ext cx="1714500" cy="150495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"/>
          <p:cNvSpPr/>
          <p:nvPr/>
        </p:nvSpPr>
        <p:spPr>
          <a:xfrm>
            <a:off x="247650" y="7334250"/>
            <a:ext cx="1600200" cy="304800"/>
          </a:xfrm>
          <a:prstGeom prst="roundRect">
            <a:avLst>
              <a:gd name="adj" fmla="val 1875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Box"/>
          <p:cNvSpPr txBox="1"/>
          <p:nvPr/>
        </p:nvSpPr>
        <p:spPr>
          <a:xfrm>
            <a:off x="247650" y="7648575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正文</a:t>
            </a:r>
          </a:p>
        </p:txBody>
      </p:sp>
      <p:sp>
        <p:nvSpPr>
          <p:cNvPr id="70" name="TextBox"/>
          <p:cNvSpPr txBox="1"/>
          <p:nvPr/>
        </p:nvSpPr>
        <p:spPr>
          <a:xfrm>
            <a:off x="247650" y="8115300"/>
            <a:ext cx="30723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标题 1</a:t>
            </a:r>
          </a:p>
        </p:txBody>
      </p:sp>
      <p:sp>
        <p:nvSpPr>
          <p:cNvPr id="71" name="TextBox"/>
          <p:cNvSpPr txBox="1"/>
          <p:nvPr/>
        </p:nvSpPr>
        <p:spPr>
          <a:xfrm>
            <a:off x="247650" y="8582025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项目列表</a:t>
            </a:r>
          </a:p>
        </p:txBody>
      </p:sp>
      <p:sp>
        <p:nvSpPr>
          <p:cNvPr id="72" name="Rectangle"/>
          <p:cNvSpPr/>
          <p:nvPr/>
        </p:nvSpPr>
        <p:spPr>
          <a:xfrm>
            <a:off x="195263" y="7281863"/>
            <a:ext cx="1704975" cy="1495425"/>
          </a:xfrm>
          <a:prstGeom prst="roundRect">
            <a:avLst>
              <a:gd name="adj" fmla="val 6050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"/>
          <p:cNvSpPr txBox="1"/>
          <p:nvPr/>
        </p:nvSpPr>
        <p:spPr>
          <a:xfrm>
            <a:off x="190500" y="8858250"/>
            <a:ext cx="237708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OS 画的原生面板四端不一致且测不了。一律自绘。</a:t>
            </a:r>
          </a:p>
        </p:txBody>
      </p:sp>
      <p:sp>
        <p:nvSpPr>
          <p:cNvPr id="74" name="TextBox"/>
          <p:cNvSpPr txBox="1"/>
          <p:nvPr/>
        </p:nvSpPr>
        <p:spPr>
          <a:xfrm>
            <a:off x="6934200" y="7077075"/>
            <a:ext cx="779929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Toast · 只染边框</a:t>
            </a:r>
          </a:p>
        </p:txBody>
      </p:sp>
      <p:sp>
        <p:nvSpPr>
          <p:cNvPr id="75" name="Rectangle"/>
          <p:cNvSpPr/>
          <p:nvPr/>
        </p:nvSpPr>
        <p:spPr>
          <a:xfrm>
            <a:off x="6934200" y="7277100"/>
            <a:ext cx="65913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"/>
          <p:cNvSpPr/>
          <p:nvPr/>
        </p:nvSpPr>
        <p:spPr>
          <a:xfrm>
            <a:off x="6938963" y="7281863"/>
            <a:ext cx="6581775" cy="942975"/>
          </a:xfrm>
          <a:prstGeom prst="roundRect">
            <a:avLst>
              <a:gd name="adj" fmla="val 9595"/>
            </a:avLst>
          </a:prstGeom>
          <a:noFill/>
          <a:ln w="9525">
            <a:solidFill>
              <a:srgbClr val="1F6B4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"/>
          <p:cNvSpPr txBox="1"/>
          <p:nvPr/>
        </p:nvSpPr>
        <p:spPr>
          <a:xfrm>
            <a:off x="6934200" y="8305800"/>
            <a:ext cx="19431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00">
                <a:solidFill>
                  <a:srgbClr val="1A1A17"/>
                </a:solidFill>
                <a:latin typeface="Inter"/>
                <a:ea typeface="Inter"/>
                <a:cs typeface="Inter"/>
              </a:rPr>
              <a:t>已移到「最近删除」，随时可以恢复。</a:t>
            </a:r>
          </a:p>
        </p:txBody>
      </p:sp>
      <p:sp>
        <p:nvSpPr>
          <p:cNvPr id="78" name="Rectangle"/>
          <p:cNvSpPr/>
          <p:nvPr/>
        </p:nvSpPr>
        <p:spPr>
          <a:xfrm>
            <a:off x="6934200" y="8562975"/>
            <a:ext cx="65913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"/>
          <p:cNvSpPr/>
          <p:nvPr/>
        </p:nvSpPr>
        <p:spPr>
          <a:xfrm>
            <a:off x="6938963" y="8567738"/>
            <a:ext cx="6581775" cy="942975"/>
          </a:xfrm>
          <a:prstGeom prst="roundRect">
            <a:avLst>
              <a:gd name="adj" fmla="val 9595"/>
            </a:avLst>
          </a:prstGeom>
          <a:noFill/>
          <a:ln w="9525">
            <a:solidFill>
              <a:srgbClr val="B3261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"/>
          <p:cNvSpPr txBox="1"/>
          <p:nvPr/>
        </p:nvSpPr>
        <p:spPr>
          <a:xfrm>
            <a:off x="6934200" y="9591675"/>
            <a:ext cx="19431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00">
                <a:solidFill>
                  <a:srgbClr val="1A1A17"/>
                </a:solidFill>
                <a:latin typeface="Inter"/>
                <a:ea typeface="Inter"/>
                <a:cs typeface="Inter"/>
              </a:rPr>
              <a:t>没有写进去。笔记还在原处，没有丢。</a:t>
            </a:r>
          </a:p>
        </p:txBody>
      </p:sp>
      <p:sp>
        <p:nvSpPr>
          <p:cNvPr id="81" name="TextBox"/>
          <p:cNvSpPr txBox="1"/>
          <p:nvPr/>
        </p:nvSpPr>
        <p:spPr>
          <a:xfrm>
            <a:off x="6934200" y="9848850"/>
            <a:ext cx="41008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6B6A62"/>
                </a:solidFill>
                <a:latin typeface="Inter"/>
                <a:ea typeface="Inter"/>
                <a:cs typeface="Inter"/>
              </a:rPr>
              <a:t>底部居中堆叠，最宽 520px，4.5s 自动消失，带「知道了」。每条都要说清没有丢什么。</a:t>
            </a:r>
          </a:p>
        </p:txBody>
      </p:sp>
      <p:sp>
        <p:nvSpPr>
          <p:cNvPr id="82" name="Rectangle"/>
          <p:cNvSpPr/>
          <p:nvPr/>
        </p:nvSpPr>
        <p:spPr>
          <a:xfrm>
            <a:off x="4763" y="6605588"/>
            <a:ext cx="13706475" cy="3590925"/>
          </a:xfrm>
          <a:prstGeom prst="roundRect">
            <a:avLst>
              <a:gd name="adj" fmla="val 2519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716000" cy="1238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381000" y="266700"/>
            <a:ext cx="2232279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 spc="-38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图标系统 v2 · 云载体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381000" y="619125"/>
            <a:ext cx="998973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4B4B44"/>
                </a:solidFill>
                <a:latin typeface="Inter"/>
                <a:ea typeface="Inter"/>
                <a:cs typeface="Inter"/>
              </a:rPr>
              <a:t>同步五格全部改用「云」作载体 —— 一眼看出是同步家族。保存三态改用「文档」载体 —— 与同步彻底分开。规格统一到 20px 画布 / 1.75px 描边（1:11.4，接近主流图标库比例）。</a:t>
            </a:r>
          </a:p>
        </p:txBody>
      </p:sp>
      <p:sp>
        <p:nvSpPr>
          <p:cNvPr id="5" name="Rectangle"/>
          <p:cNvSpPr/>
          <p:nvPr/>
        </p:nvSpPr>
        <p:spPr>
          <a:xfrm>
            <a:off x="0" y="1000125"/>
            <a:ext cx="13716000" cy="1304925"/>
          </a:xfrm>
          <a:prstGeom prst="roundRect">
            <a:avLst>
              <a:gd name="adj" fmla="val 5839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90500" y="1133475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统一规格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90500" y="1314450"/>
            <a:ext cx="3333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画布 20×20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描边 1.75px（1:11.4）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圆头圆角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视觉重心居中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3524250" y="1133475"/>
            <a:ext cx="9144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载体分组（关键）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524250" y="1314450"/>
            <a:ext cx="333375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云 → 同步五格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文档 → 保存三态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方框 → 勾选/清单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圆形 → 仅用于「计数」类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绝不同组混用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858000" y="1133475"/>
            <a:ext cx="10287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描边粗细的视觉基准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858000" y="1314450"/>
            <a:ext cx="33337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1.5px 在 20px 画布上偏虚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1.75px 是「清晰但不笨重」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同屏图标必须同粗细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0191750" y="1133475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禁用态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191750" y="1314450"/>
            <a:ext cx="33337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不画灰图标。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能力不存在就不渲染那颗控件 ——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4B4B44"/>
                </a:solidFill>
                <a:latin typeface="Inter"/>
                <a:ea typeface="Inter"/>
                <a:cs typeface="Inter"/>
              </a:rPr>
              <a:t>这是本项目每一颗假开关的教训。</a:t>
            </a:r>
          </a:p>
        </p:txBody>
      </p:sp>
      <p:sp>
        <p:nvSpPr>
          <p:cNvPr id="14" name="Rectangle"/>
          <p:cNvSpPr/>
          <p:nvPr/>
        </p:nvSpPr>
        <p:spPr>
          <a:xfrm>
            <a:off x="0" y="2305050"/>
            <a:ext cx="1371600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190500" y="2495550"/>
            <a:ext cx="18031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同步五格 · 同一片云，只换徽标</a:t>
            </a:r>
          </a:p>
        </p:txBody>
      </p:sp>
      <p:sp>
        <p:nvSpPr>
          <p:cNvPr id="16" name="Rectangle"/>
          <p:cNvSpPr/>
          <p:nvPr/>
        </p:nvSpPr>
        <p:spPr>
          <a:xfrm>
            <a:off x="190500" y="2781300"/>
            <a:ext cx="533400" cy="533400"/>
          </a:xfrm>
          <a:prstGeom prst="roundRect">
            <a:avLst>
              <a:gd name="adj" fmla="val 10714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341891" y="2990221"/>
            <a:ext cx="174292" cy="118929"/>
          </a:xfrm>
          <a:custGeom>
            <a:avLst/>
            <a:gdLst/>
            <a:ahLst/>
            <a:cxnLst/>
            <a:rect l="0" t="0" r="r" b="b"/>
            <a:pathLst>
              <a:path w="174292" h="118929">
                <a:moveTo>
                  <a:pt x="134461" y="118929"/>
                </a:moveTo>
                <a:lnTo>
                  <a:pt x="41149" y="118929"/>
                </a:lnTo>
                <a:quadBezTo>
                  <a:pt x="40844" y="118929"/>
                  <a:pt x="40539" y="118906"/>
                </a:quadBezTo>
                <a:quadBezTo>
                  <a:pt x="40234" y="118884"/>
                  <a:pt x="39932" y="118839"/>
                </a:quadBezTo>
                <a:quadBezTo>
                  <a:pt x="21825" y="116166"/>
                  <a:pt x="10912" y="101471"/>
                </a:quadBezTo>
                <a:quadBezTo>
                  <a:pt x="0" y="86776"/>
                  <a:pt x="2673" y="68668"/>
                </a:quadBezTo>
                <a:quadBezTo>
                  <a:pt x="5347" y="50560"/>
                  <a:pt x="20040" y="39646"/>
                </a:quadBezTo>
                <a:quadBezTo>
                  <a:pt x="32077" y="30706"/>
                  <a:pt x="46405" y="30883"/>
                </a:quadBezTo>
                <a:quadBezTo>
                  <a:pt x="53195" y="17619"/>
                  <a:pt x="66344" y="9647"/>
                </a:quadBezTo>
                <a:quadBezTo>
                  <a:pt x="82258" y="0"/>
                  <a:pt x="100737" y="2198"/>
                </a:quadBezTo>
                <a:quadBezTo>
                  <a:pt x="119216" y="4395"/>
                  <a:pt x="132423" y="17506"/>
                </a:quadBezTo>
                <a:quadBezTo>
                  <a:pt x="143546" y="28547"/>
                  <a:pt x="146958" y="43384"/>
                </a:quadBezTo>
                <a:quadBezTo>
                  <a:pt x="157845" y="47002"/>
                  <a:pt x="165138" y="56523"/>
                </a:quadBezTo>
                <a:quadBezTo>
                  <a:pt x="174292" y="68473"/>
                  <a:pt x="172993" y="83471"/>
                </a:quadBezTo>
                <a:quadBezTo>
                  <a:pt x="171694" y="98469"/>
                  <a:pt x="160621" y="108667"/>
                </a:quadBezTo>
                <a:quadBezTo>
                  <a:pt x="149549" y="118866"/>
                  <a:pt x="134495" y="118929"/>
                </a:quadBezTo>
                <a:lnTo>
                  <a:pt x="134461" y="118929"/>
                </a:lnTo>
                <a:close/>
                <a:moveTo>
                  <a:pt x="134442" y="102260"/>
                </a:moveTo>
                <a:lnTo>
                  <a:pt x="134461" y="102260"/>
                </a:lnTo>
                <a:quadBezTo>
                  <a:pt x="143025" y="102213"/>
                  <a:pt x="149329" y="96407"/>
                </a:quadBezTo>
                <a:quadBezTo>
                  <a:pt x="155645" y="90589"/>
                  <a:pt x="156386" y="82033"/>
                </a:quadBezTo>
                <a:quadBezTo>
                  <a:pt x="157127" y="73477"/>
                  <a:pt x="151905" y="66659"/>
                </a:quadBezTo>
                <a:quadBezTo>
                  <a:pt x="146683" y="59842"/>
                  <a:pt x="138230" y="58330"/>
                </a:quadBezTo>
                <a:quadBezTo>
                  <a:pt x="135518" y="57888"/>
                  <a:pt x="133656" y="55867"/>
                </a:quadBezTo>
                <a:quadBezTo>
                  <a:pt x="131732" y="53903"/>
                  <a:pt x="131429" y="51172"/>
                </a:quadBezTo>
                <a:quadBezTo>
                  <a:pt x="129814" y="38403"/>
                  <a:pt x="120680" y="29336"/>
                </a:quadBezTo>
                <a:quadBezTo>
                  <a:pt x="111547" y="20270"/>
                  <a:pt x="98768" y="18750"/>
                </a:quadBezTo>
                <a:quadBezTo>
                  <a:pt x="85990" y="17230"/>
                  <a:pt x="74985" y="23901"/>
                </a:quadBezTo>
                <a:quadBezTo>
                  <a:pt x="63980" y="30573"/>
                  <a:pt x="59416" y="42607"/>
                </a:quadBezTo>
                <a:quadBezTo>
                  <a:pt x="58419" y="45390"/>
                  <a:pt x="55842" y="46838"/>
                </a:quadBezTo>
                <a:quadBezTo>
                  <a:pt x="53321" y="48383"/>
                  <a:pt x="50406" y="47896"/>
                </a:quadBezTo>
                <a:quadBezTo>
                  <a:pt x="39130" y="46231"/>
                  <a:pt x="29979" y="53028"/>
                </a:quadBezTo>
                <a:quadBezTo>
                  <a:pt x="20828" y="59825"/>
                  <a:pt x="19163" y="71103"/>
                </a:quadBezTo>
                <a:quadBezTo>
                  <a:pt x="17498" y="82381"/>
                  <a:pt x="24295" y="91533"/>
                </a:quadBezTo>
                <a:quadBezTo>
                  <a:pt x="30918" y="100452"/>
                  <a:pt x="41797" y="102260"/>
                </a:quadBezTo>
                <a:lnTo>
                  <a:pt x="134442" y="102260"/>
                </a:lnTo>
                <a:close/>
              </a:path>
            </a:pathLst>
          </a:custGeom>
          <a:solidFill>
            <a:srgbClr val="1F6B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ath"/>
          <p:cNvSpPr/>
          <p:nvPr/>
        </p:nvSpPr>
        <p:spPr>
          <a:xfrm>
            <a:off x="505915" y="3020413"/>
            <a:ext cx="62692" cy="49357"/>
          </a:xfrm>
          <a:custGeom>
            <a:avLst/>
            <a:gdLst/>
            <a:ahLst/>
            <a:cxnLst/>
            <a:rect l="0" t="0" r="r" b="b"/>
            <a:pathLst>
              <a:path w="62692" h="49357">
                <a:moveTo>
                  <a:pt x="14328" y="19789"/>
                </a:moveTo>
                <a:lnTo>
                  <a:pt x="23494" y="28954"/>
                </a:lnTo>
                <a:lnTo>
                  <a:pt x="48086" y="2825"/>
                </a:lnTo>
                <a:quadBezTo>
                  <a:pt x="50407" y="212"/>
                  <a:pt x="53902" y="206"/>
                </a:quadBezTo>
                <a:quadBezTo>
                  <a:pt x="57392" y="0"/>
                  <a:pt x="59867" y="2468"/>
                </a:quadBezTo>
                <a:quadBezTo>
                  <a:pt x="62480" y="4789"/>
                  <a:pt x="62485" y="8284"/>
                </a:quadBezTo>
                <a:quadBezTo>
                  <a:pt x="62692" y="11774"/>
                  <a:pt x="60224" y="14249"/>
                </a:quadBezTo>
                <a:lnTo>
                  <a:pt x="29744" y="46634"/>
                </a:lnTo>
                <a:quadBezTo>
                  <a:pt x="29701" y="46680"/>
                  <a:pt x="29657" y="46725"/>
                </a:quadBezTo>
                <a:quadBezTo>
                  <a:pt x="29613" y="46771"/>
                  <a:pt x="29568" y="46815"/>
                </a:quadBezTo>
                <a:quadBezTo>
                  <a:pt x="27169" y="49357"/>
                  <a:pt x="23675" y="49256"/>
                </a:quadBezTo>
                <a:quadBezTo>
                  <a:pt x="20181" y="49357"/>
                  <a:pt x="17782" y="46815"/>
                </a:quadBezTo>
                <a:lnTo>
                  <a:pt x="2542" y="31575"/>
                </a:lnTo>
                <a:quadBezTo>
                  <a:pt x="0" y="29176"/>
                  <a:pt x="101" y="25682"/>
                </a:quadBezTo>
                <a:quadBezTo>
                  <a:pt x="0" y="22188"/>
                  <a:pt x="2542" y="19789"/>
                </a:quadBezTo>
                <a:quadBezTo>
                  <a:pt x="4941" y="17247"/>
                  <a:pt x="8435" y="17348"/>
                </a:quadBezTo>
                <a:quadBezTo>
                  <a:pt x="11929" y="17247"/>
                  <a:pt x="14328" y="19789"/>
                </a:quadBezTo>
                <a:close/>
              </a:path>
            </a:pathLst>
          </a:custGeom>
          <a:solidFill>
            <a:srgbClr val="1F6B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857250" y="2781300"/>
            <a:ext cx="533400" cy="533400"/>
          </a:xfrm>
          <a:prstGeom prst="roundRect">
            <a:avLst>
              <a:gd name="adj" fmla="val 10714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ath"/>
          <p:cNvSpPr/>
          <p:nvPr/>
        </p:nvSpPr>
        <p:spPr>
          <a:xfrm>
            <a:off x="999116" y="2990221"/>
            <a:ext cx="174292" cy="118929"/>
          </a:xfrm>
          <a:custGeom>
            <a:avLst/>
            <a:gdLst/>
            <a:ahLst/>
            <a:cxnLst/>
            <a:rect l="0" t="0" r="r" b="b"/>
            <a:pathLst>
              <a:path w="174292" h="118929">
                <a:moveTo>
                  <a:pt x="134461" y="118929"/>
                </a:moveTo>
                <a:lnTo>
                  <a:pt x="41149" y="118929"/>
                </a:lnTo>
                <a:quadBezTo>
                  <a:pt x="40844" y="118929"/>
                  <a:pt x="40539" y="118906"/>
                </a:quadBezTo>
                <a:quadBezTo>
                  <a:pt x="40234" y="118884"/>
                  <a:pt x="39932" y="118839"/>
                </a:quadBezTo>
                <a:quadBezTo>
                  <a:pt x="21825" y="116166"/>
                  <a:pt x="10912" y="101471"/>
                </a:quadBezTo>
                <a:quadBezTo>
                  <a:pt x="0" y="86776"/>
                  <a:pt x="2673" y="68668"/>
                </a:quadBezTo>
                <a:quadBezTo>
                  <a:pt x="5347" y="50560"/>
                  <a:pt x="20040" y="39646"/>
                </a:quadBezTo>
                <a:quadBezTo>
                  <a:pt x="32077" y="30706"/>
                  <a:pt x="46405" y="30883"/>
                </a:quadBezTo>
                <a:quadBezTo>
                  <a:pt x="53195" y="17619"/>
                  <a:pt x="66344" y="9647"/>
                </a:quadBezTo>
                <a:quadBezTo>
                  <a:pt x="82258" y="0"/>
                  <a:pt x="100737" y="2198"/>
                </a:quadBezTo>
                <a:quadBezTo>
                  <a:pt x="119216" y="4395"/>
                  <a:pt x="132423" y="17506"/>
                </a:quadBezTo>
                <a:quadBezTo>
                  <a:pt x="143546" y="28547"/>
                  <a:pt x="146958" y="43384"/>
                </a:quadBezTo>
                <a:quadBezTo>
                  <a:pt x="157845" y="47002"/>
                  <a:pt x="165138" y="56523"/>
                </a:quadBezTo>
                <a:quadBezTo>
                  <a:pt x="174292" y="68473"/>
                  <a:pt x="172993" y="83471"/>
                </a:quadBezTo>
                <a:quadBezTo>
                  <a:pt x="171694" y="98469"/>
                  <a:pt x="160621" y="108667"/>
                </a:quadBezTo>
                <a:quadBezTo>
                  <a:pt x="149549" y="118866"/>
                  <a:pt x="134495" y="118929"/>
                </a:quadBezTo>
                <a:lnTo>
                  <a:pt x="134461" y="118929"/>
                </a:lnTo>
                <a:close/>
                <a:moveTo>
                  <a:pt x="134442" y="102260"/>
                </a:moveTo>
                <a:lnTo>
                  <a:pt x="134461" y="102260"/>
                </a:lnTo>
                <a:quadBezTo>
                  <a:pt x="143025" y="102213"/>
                  <a:pt x="149329" y="96407"/>
                </a:quadBezTo>
                <a:quadBezTo>
                  <a:pt x="155645" y="90589"/>
                  <a:pt x="156386" y="82033"/>
                </a:quadBezTo>
                <a:quadBezTo>
                  <a:pt x="157127" y="73477"/>
                  <a:pt x="151905" y="66659"/>
                </a:quadBezTo>
                <a:quadBezTo>
                  <a:pt x="146683" y="59842"/>
                  <a:pt x="138230" y="58330"/>
                </a:quadBezTo>
                <a:quadBezTo>
                  <a:pt x="135518" y="57888"/>
                  <a:pt x="133656" y="55867"/>
                </a:quadBezTo>
                <a:quadBezTo>
                  <a:pt x="131732" y="53903"/>
                  <a:pt x="131429" y="51172"/>
                </a:quadBezTo>
                <a:quadBezTo>
                  <a:pt x="129814" y="38403"/>
                  <a:pt x="120680" y="29336"/>
                </a:quadBezTo>
                <a:quadBezTo>
                  <a:pt x="111547" y="20270"/>
                  <a:pt x="98768" y="18750"/>
                </a:quadBezTo>
                <a:quadBezTo>
                  <a:pt x="85990" y="17230"/>
                  <a:pt x="74985" y="23901"/>
                </a:quadBezTo>
                <a:quadBezTo>
                  <a:pt x="63980" y="30573"/>
                  <a:pt x="59416" y="42607"/>
                </a:quadBezTo>
                <a:quadBezTo>
                  <a:pt x="58419" y="45390"/>
                  <a:pt x="55842" y="46838"/>
                </a:quadBezTo>
                <a:quadBezTo>
                  <a:pt x="53321" y="48383"/>
                  <a:pt x="50406" y="47896"/>
                </a:quadBezTo>
                <a:quadBezTo>
                  <a:pt x="39130" y="46231"/>
                  <a:pt x="29979" y="53028"/>
                </a:quadBezTo>
                <a:quadBezTo>
                  <a:pt x="20828" y="59825"/>
                  <a:pt x="19163" y="71103"/>
                </a:quadBezTo>
                <a:quadBezTo>
                  <a:pt x="17498" y="82381"/>
                  <a:pt x="24295" y="91533"/>
                </a:quadBezTo>
                <a:quadBezTo>
                  <a:pt x="30918" y="100452"/>
                  <a:pt x="41797" y="102260"/>
                </a:quadBezTo>
                <a:lnTo>
                  <a:pt x="134442" y="102260"/>
                </a:lnTo>
                <a:close/>
              </a:path>
            </a:pathLst>
          </a:custGeom>
          <a:solidFill>
            <a:srgbClr val="2446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ath"/>
          <p:cNvSpPr/>
          <p:nvPr/>
        </p:nvSpPr>
        <p:spPr>
          <a:xfrm>
            <a:off x="1153306" y="3016170"/>
            <a:ext cx="67842" cy="65557"/>
          </a:xfrm>
          <a:custGeom>
            <a:avLst/>
            <a:gdLst/>
            <a:ahLst/>
            <a:cxnLst/>
            <a:rect l="0" t="0" r="r" b="b"/>
            <a:pathLst>
              <a:path w="67842" h="65557">
                <a:moveTo>
                  <a:pt x="452" y="34120"/>
                </a:moveTo>
                <a:quadBezTo>
                  <a:pt x="2238" y="16488"/>
                  <a:pt x="17971" y="8238"/>
                </a:quadBezTo>
                <a:quadBezTo>
                  <a:pt x="33681" y="0"/>
                  <a:pt x="49254" y="8493"/>
                </a:quadBezTo>
                <a:quadBezTo>
                  <a:pt x="64850" y="16999"/>
                  <a:pt x="66346" y="34659"/>
                </a:quadBezTo>
                <a:quadBezTo>
                  <a:pt x="67842" y="52324"/>
                  <a:pt x="53890" y="63316"/>
                </a:quadBezTo>
                <a:quadBezTo>
                  <a:pt x="51208" y="65557"/>
                  <a:pt x="47751" y="65046"/>
                </a:quadBezTo>
                <a:quadBezTo>
                  <a:pt x="44269" y="64734"/>
                  <a:pt x="42186" y="61927"/>
                </a:quadBezTo>
                <a:quadBezTo>
                  <a:pt x="39945" y="59245"/>
                  <a:pt x="40456" y="55788"/>
                </a:quadBezTo>
                <a:quadBezTo>
                  <a:pt x="40768" y="52306"/>
                  <a:pt x="43574" y="50223"/>
                </a:quadBezTo>
                <a:quadBezTo>
                  <a:pt x="50475" y="44786"/>
                  <a:pt x="49736" y="36066"/>
                </a:quadBezTo>
                <a:quadBezTo>
                  <a:pt x="48997" y="27340"/>
                  <a:pt x="41273" y="23127"/>
                </a:quadBezTo>
                <a:quadBezTo>
                  <a:pt x="33527" y="18902"/>
                  <a:pt x="25711" y="23000"/>
                </a:quadBezTo>
                <a:quadBezTo>
                  <a:pt x="17918" y="27087"/>
                  <a:pt x="17036" y="35800"/>
                </a:quadBezTo>
                <a:quadBezTo>
                  <a:pt x="16784" y="39286"/>
                  <a:pt x="14014" y="41417"/>
                </a:quadBezTo>
                <a:quadBezTo>
                  <a:pt x="11370" y="43704"/>
                  <a:pt x="7904" y="43252"/>
                </a:quadBezTo>
                <a:quadBezTo>
                  <a:pt x="4418" y="43000"/>
                  <a:pt x="2287" y="40230"/>
                </a:quadBezTo>
                <a:quadBezTo>
                  <a:pt x="0" y="37586"/>
                  <a:pt x="452" y="34120"/>
                </a:quadBezTo>
                <a:close/>
              </a:path>
            </a:pathLst>
          </a:custGeom>
          <a:solidFill>
            <a:srgbClr val="2446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ath"/>
          <p:cNvSpPr/>
          <p:nvPr/>
        </p:nvSpPr>
        <p:spPr>
          <a:xfrm>
            <a:off x="1210765" y="3030040"/>
            <a:ext cx="37825" cy="37825"/>
          </a:xfrm>
          <a:custGeom>
            <a:avLst/>
            <a:gdLst/>
            <a:ahLst/>
            <a:cxnLst/>
            <a:rect l="0" t="0" r="r" b="b"/>
            <a:pathLst>
              <a:path w="37825" h="37825">
                <a:moveTo>
                  <a:pt x="37724" y="8435"/>
                </a:moveTo>
                <a:lnTo>
                  <a:pt x="37724" y="29390"/>
                </a:lnTo>
                <a:quadBezTo>
                  <a:pt x="37825" y="32884"/>
                  <a:pt x="35283" y="35283"/>
                </a:quadBezTo>
                <a:quadBezTo>
                  <a:pt x="32884" y="37825"/>
                  <a:pt x="29390" y="37724"/>
                </a:quadBezTo>
                <a:lnTo>
                  <a:pt x="8435" y="37724"/>
                </a:lnTo>
                <a:quadBezTo>
                  <a:pt x="4941" y="37825"/>
                  <a:pt x="2542" y="35283"/>
                </a:quadBezTo>
                <a:quadBezTo>
                  <a:pt x="0" y="32884"/>
                  <a:pt x="101" y="29390"/>
                </a:quadBezTo>
                <a:quadBezTo>
                  <a:pt x="0" y="25896"/>
                  <a:pt x="2542" y="23497"/>
                </a:quadBezTo>
                <a:quadBezTo>
                  <a:pt x="4941" y="20955"/>
                  <a:pt x="8435" y="21056"/>
                </a:quadBezTo>
                <a:lnTo>
                  <a:pt x="21056" y="21056"/>
                </a:lnTo>
                <a:lnTo>
                  <a:pt x="21056" y="8435"/>
                </a:lnTo>
                <a:quadBezTo>
                  <a:pt x="20955" y="4941"/>
                  <a:pt x="23497" y="2542"/>
                </a:quadBezTo>
                <a:quadBezTo>
                  <a:pt x="25896" y="0"/>
                  <a:pt x="29390" y="101"/>
                </a:quadBezTo>
                <a:quadBezTo>
                  <a:pt x="32884" y="0"/>
                  <a:pt x="35283" y="2542"/>
                </a:quadBezTo>
                <a:quadBezTo>
                  <a:pt x="37825" y="4941"/>
                  <a:pt x="37724" y="8435"/>
                </a:quadBezTo>
                <a:close/>
              </a:path>
            </a:pathLst>
          </a:custGeom>
          <a:solidFill>
            <a:srgbClr val="2446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1524000" y="2781300"/>
            <a:ext cx="533400" cy="533400"/>
          </a:xfrm>
          <a:prstGeom prst="roundRect">
            <a:avLst>
              <a:gd name="adj" fmla="val 10714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Path"/>
          <p:cNvSpPr/>
          <p:nvPr/>
        </p:nvSpPr>
        <p:spPr>
          <a:xfrm>
            <a:off x="1665866" y="2990221"/>
            <a:ext cx="174292" cy="118929"/>
          </a:xfrm>
          <a:custGeom>
            <a:avLst/>
            <a:gdLst/>
            <a:ahLst/>
            <a:cxnLst/>
            <a:rect l="0" t="0" r="r" b="b"/>
            <a:pathLst>
              <a:path w="174292" h="118929">
                <a:moveTo>
                  <a:pt x="134461" y="118929"/>
                </a:moveTo>
                <a:lnTo>
                  <a:pt x="41149" y="118929"/>
                </a:lnTo>
                <a:quadBezTo>
                  <a:pt x="40844" y="118929"/>
                  <a:pt x="40539" y="118906"/>
                </a:quadBezTo>
                <a:quadBezTo>
                  <a:pt x="40234" y="118884"/>
                  <a:pt x="39932" y="118839"/>
                </a:quadBezTo>
                <a:quadBezTo>
                  <a:pt x="21825" y="116166"/>
                  <a:pt x="10912" y="101471"/>
                </a:quadBezTo>
                <a:quadBezTo>
                  <a:pt x="0" y="86776"/>
                  <a:pt x="2673" y="68668"/>
                </a:quadBezTo>
                <a:quadBezTo>
                  <a:pt x="5347" y="50560"/>
                  <a:pt x="20040" y="39646"/>
                </a:quadBezTo>
                <a:quadBezTo>
                  <a:pt x="32077" y="30706"/>
                  <a:pt x="46405" y="30883"/>
                </a:quadBezTo>
                <a:quadBezTo>
                  <a:pt x="53195" y="17619"/>
                  <a:pt x="66344" y="9647"/>
                </a:quadBezTo>
                <a:quadBezTo>
                  <a:pt x="82258" y="0"/>
                  <a:pt x="100737" y="2198"/>
                </a:quadBezTo>
                <a:quadBezTo>
                  <a:pt x="119216" y="4395"/>
                  <a:pt x="132423" y="17506"/>
                </a:quadBezTo>
                <a:quadBezTo>
                  <a:pt x="143546" y="28547"/>
                  <a:pt x="146958" y="43384"/>
                </a:quadBezTo>
                <a:quadBezTo>
                  <a:pt x="157845" y="47002"/>
                  <a:pt x="165138" y="56523"/>
                </a:quadBezTo>
                <a:quadBezTo>
                  <a:pt x="174292" y="68473"/>
                  <a:pt x="172993" y="83471"/>
                </a:quadBezTo>
                <a:quadBezTo>
                  <a:pt x="171694" y="98469"/>
                  <a:pt x="160621" y="108667"/>
                </a:quadBezTo>
                <a:quadBezTo>
                  <a:pt x="149549" y="118866"/>
                  <a:pt x="134495" y="118929"/>
                </a:quadBezTo>
                <a:lnTo>
                  <a:pt x="134461" y="118929"/>
                </a:lnTo>
                <a:close/>
                <a:moveTo>
                  <a:pt x="134442" y="102260"/>
                </a:moveTo>
                <a:lnTo>
                  <a:pt x="134461" y="102260"/>
                </a:lnTo>
                <a:quadBezTo>
                  <a:pt x="143025" y="102213"/>
                  <a:pt x="149329" y="96407"/>
                </a:quadBezTo>
                <a:quadBezTo>
                  <a:pt x="155645" y="90589"/>
                  <a:pt x="156386" y="82033"/>
                </a:quadBezTo>
                <a:quadBezTo>
                  <a:pt x="157127" y="73477"/>
                  <a:pt x="151905" y="66659"/>
                </a:quadBezTo>
                <a:quadBezTo>
                  <a:pt x="146683" y="59842"/>
                  <a:pt x="138230" y="58330"/>
                </a:quadBezTo>
                <a:quadBezTo>
                  <a:pt x="135518" y="57888"/>
                  <a:pt x="133656" y="55867"/>
                </a:quadBezTo>
                <a:quadBezTo>
                  <a:pt x="131732" y="53903"/>
                  <a:pt x="131429" y="51172"/>
                </a:quadBezTo>
                <a:quadBezTo>
                  <a:pt x="129814" y="38403"/>
                  <a:pt x="120680" y="29336"/>
                </a:quadBezTo>
                <a:quadBezTo>
                  <a:pt x="111547" y="20270"/>
                  <a:pt x="98768" y="18750"/>
                </a:quadBezTo>
                <a:quadBezTo>
                  <a:pt x="85990" y="17230"/>
                  <a:pt x="74985" y="23901"/>
                </a:quadBezTo>
                <a:quadBezTo>
                  <a:pt x="63980" y="30573"/>
                  <a:pt x="59416" y="42607"/>
                </a:quadBezTo>
                <a:quadBezTo>
                  <a:pt x="58419" y="45390"/>
                  <a:pt x="55842" y="46838"/>
                </a:quadBezTo>
                <a:quadBezTo>
                  <a:pt x="53321" y="48383"/>
                  <a:pt x="50406" y="47896"/>
                </a:quadBezTo>
                <a:quadBezTo>
                  <a:pt x="39130" y="46231"/>
                  <a:pt x="29979" y="53028"/>
                </a:quadBezTo>
                <a:quadBezTo>
                  <a:pt x="20828" y="59825"/>
                  <a:pt x="19163" y="71103"/>
                </a:quadBezTo>
                <a:quadBezTo>
                  <a:pt x="17498" y="82381"/>
                  <a:pt x="24295" y="91533"/>
                </a:quadBezTo>
                <a:quadBezTo>
                  <a:pt x="30918" y="100452"/>
                  <a:pt x="41797" y="102260"/>
                </a:quadBezTo>
                <a:lnTo>
                  <a:pt x="134442" y="102260"/>
                </a:ln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Path"/>
          <p:cNvSpPr/>
          <p:nvPr/>
        </p:nvSpPr>
        <p:spPr>
          <a:xfrm>
            <a:off x="1830613" y="3021238"/>
            <a:ext cx="80194" cy="53524"/>
          </a:xfrm>
          <a:custGeom>
            <a:avLst/>
            <a:gdLst/>
            <a:ahLst/>
            <a:cxnLst/>
            <a:rect l="0" t="0" r="r" b="b"/>
            <a:pathLst>
              <a:path w="80194" h="53524">
                <a:moveTo>
                  <a:pt x="18488" y="26762"/>
                </a:moveTo>
                <a:lnTo>
                  <a:pt x="32150" y="40424"/>
                </a:lnTo>
                <a:quadBezTo>
                  <a:pt x="34474" y="42618"/>
                  <a:pt x="34382" y="45812"/>
                </a:quadBezTo>
                <a:quadBezTo>
                  <a:pt x="34474" y="49006"/>
                  <a:pt x="32150" y="51200"/>
                </a:quadBezTo>
                <a:quadBezTo>
                  <a:pt x="29956" y="53524"/>
                  <a:pt x="26762" y="53432"/>
                </a:quadBezTo>
                <a:quadBezTo>
                  <a:pt x="23568" y="53524"/>
                  <a:pt x="21374" y="51200"/>
                </a:quadBezTo>
                <a:lnTo>
                  <a:pt x="2324" y="32150"/>
                </a:lnTo>
                <a:quadBezTo>
                  <a:pt x="0" y="29956"/>
                  <a:pt x="92" y="26762"/>
                </a:quadBezTo>
                <a:quadBezTo>
                  <a:pt x="0" y="23568"/>
                  <a:pt x="2324" y="21374"/>
                </a:quadBezTo>
                <a:lnTo>
                  <a:pt x="21374" y="2324"/>
                </a:lnTo>
                <a:quadBezTo>
                  <a:pt x="23568" y="0"/>
                  <a:pt x="26762" y="92"/>
                </a:quadBezTo>
                <a:quadBezTo>
                  <a:pt x="29956" y="0"/>
                  <a:pt x="32150" y="2324"/>
                </a:quadBezTo>
                <a:quadBezTo>
                  <a:pt x="34474" y="4518"/>
                  <a:pt x="34382" y="7712"/>
                </a:quadBezTo>
                <a:quadBezTo>
                  <a:pt x="34474" y="10906"/>
                  <a:pt x="32150" y="13100"/>
                </a:quadBezTo>
                <a:lnTo>
                  <a:pt x="18488" y="26762"/>
                </a:lnTo>
                <a:close/>
                <a:moveTo>
                  <a:pt x="58820" y="2324"/>
                </a:moveTo>
                <a:lnTo>
                  <a:pt x="77870" y="21374"/>
                </a:lnTo>
                <a:quadBezTo>
                  <a:pt x="80194" y="23568"/>
                  <a:pt x="80102" y="26762"/>
                </a:quadBezTo>
                <a:quadBezTo>
                  <a:pt x="80194" y="29956"/>
                  <a:pt x="77870" y="32150"/>
                </a:quadBezTo>
                <a:lnTo>
                  <a:pt x="58820" y="51200"/>
                </a:lnTo>
                <a:quadBezTo>
                  <a:pt x="56626" y="53524"/>
                  <a:pt x="53432" y="53432"/>
                </a:quadBezTo>
                <a:quadBezTo>
                  <a:pt x="50238" y="53524"/>
                  <a:pt x="48044" y="51200"/>
                </a:quadBezTo>
                <a:quadBezTo>
                  <a:pt x="45720" y="49006"/>
                  <a:pt x="45812" y="45812"/>
                </a:quadBezTo>
                <a:quadBezTo>
                  <a:pt x="45720" y="42618"/>
                  <a:pt x="48044" y="40424"/>
                </a:quadBezTo>
                <a:lnTo>
                  <a:pt x="61706" y="26762"/>
                </a:lnTo>
                <a:lnTo>
                  <a:pt x="48044" y="13100"/>
                </a:lnTo>
                <a:quadBezTo>
                  <a:pt x="45720" y="10906"/>
                  <a:pt x="45812" y="7712"/>
                </a:quadBezTo>
                <a:quadBezTo>
                  <a:pt x="45720" y="4518"/>
                  <a:pt x="48044" y="2324"/>
                </a:quadBezTo>
                <a:quadBezTo>
                  <a:pt x="50238" y="0"/>
                  <a:pt x="53432" y="92"/>
                </a:quadBezTo>
                <a:quadBezTo>
                  <a:pt x="56626" y="0"/>
                  <a:pt x="58820" y="2324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2190750" y="2781300"/>
            <a:ext cx="533400" cy="533400"/>
          </a:xfrm>
          <a:prstGeom prst="roundRect">
            <a:avLst>
              <a:gd name="adj" fmla="val 10714"/>
            </a:avLst>
          </a:prstGeom>
          <a:solidFill>
            <a:srgbClr val="FBED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Path"/>
          <p:cNvSpPr/>
          <p:nvPr/>
        </p:nvSpPr>
        <p:spPr>
          <a:xfrm>
            <a:off x="2361191" y="2990221"/>
            <a:ext cx="174292" cy="118929"/>
          </a:xfrm>
          <a:custGeom>
            <a:avLst/>
            <a:gdLst/>
            <a:ahLst/>
            <a:cxnLst/>
            <a:rect l="0" t="0" r="r" b="b"/>
            <a:pathLst>
              <a:path w="174292" h="118929">
                <a:moveTo>
                  <a:pt x="134461" y="118929"/>
                </a:moveTo>
                <a:lnTo>
                  <a:pt x="41149" y="118929"/>
                </a:lnTo>
                <a:quadBezTo>
                  <a:pt x="40844" y="118929"/>
                  <a:pt x="40539" y="118906"/>
                </a:quadBezTo>
                <a:quadBezTo>
                  <a:pt x="40234" y="118884"/>
                  <a:pt x="39932" y="118839"/>
                </a:quadBezTo>
                <a:quadBezTo>
                  <a:pt x="21825" y="116166"/>
                  <a:pt x="10912" y="101471"/>
                </a:quadBezTo>
                <a:quadBezTo>
                  <a:pt x="0" y="86776"/>
                  <a:pt x="2673" y="68668"/>
                </a:quadBezTo>
                <a:quadBezTo>
                  <a:pt x="5347" y="50560"/>
                  <a:pt x="20040" y="39646"/>
                </a:quadBezTo>
                <a:quadBezTo>
                  <a:pt x="32077" y="30706"/>
                  <a:pt x="46405" y="30883"/>
                </a:quadBezTo>
                <a:quadBezTo>
                  <a:pt x="53195" y="17619"/>
                  <a:pt x="66344" y="9647"/>
                </a:quadBezTo>
                <a:quadBezTo>
                  <a:pt x="82258" y="0"/>
                  <a:pt x="100737" y="2198"/>
                </a:quadBezTo>
                <a:quadBezTo>
                  <a:pt x="119216" y="4395"/>
                  <a:pt x="132423" y="17506"/>
                </a:quadBezTo>
                <a:quadBezTo>
                  <a:pt x="143546" y="28547"/>
                  <a:pt x="146958" y="43384"/>
                </a:quadBezTo>
                <a:quadBezTo>
                  <a:pt x="157845" y="47002"/>
                  <a:pt x="165138" y="56523"/>
                </a:quadBezTo>
                <a:quadBezTo>
                  <a:pt x="174292" y="68473"/>
                  <a:pt x="172993" y="83471"/>
                </a:quadBezTo>
                <a:quadBezTo>
                  <a:pt x="171694" y="98469"/>
                  <a:pt x="160621" y="108667"/>
                </a:quadBezTo>
                <a:quadBezTo>
                  <a:pt x="149549" y="118866"/>
                  <a:pt x="134495" y="118929"/>
                </a:quadBezTo>
                <a:lnTo>
                  <a:pt x="134461" y="118929"/>
                </a:lnTo>
                <a:close/>
                <a:moveTo>
                  <a:pt x="134442" y="102260"/>
                </a:moveTo>
                <a:lnTo>
                  <a:pt x="134461" y="102260"/>
                </a:lnTo>
                <a:quadBezTo>
                  <a:pt x="143025" y="102213"/>
                  <a:pt x="149329" y="96407"/>
                </a:quadBezTo>
                <a:quadBezTo>
                  <a:pt x="155645" y="90589"/>
                  <a:pt x="156386" y="82033"/>
                </a:quadBezTo>
                <a:quadBezTo>
                  <a:pt x="157127" y="73477"/>
                  <a:pt x="151905" y="66659"/>
                </a:quadBezTo>
                <a:quadBezTo>
                  <a:pt x="146683" y="59842"/>
                  <a:pt x="138230" y="58330"/>
                </a:quadBezTo>
                <a:quadBezTo>
                  <a:pt x="135518" y="57888"/>
                  <a:pt x="133656" y="55867"/>
                </a:quadBezTo>
                <a:quadBezTo>
                  <a:pt x="131732" y="53903"/>
                  <a:pt x="131429" y="51172"/>
                </a:quadBezTo>
                <a:quadBezTo>
                  <a:pt x="129814" y="38403"/>
                  <a:pt x="120680" y="29336"/>
                </a:quadBezTo>
                <a:quadBezTo>
                  <a:pt x="111547" y="20270"/>
                  <a:pt x="98768" y="18750"/>
                </a:quadBezTo>
                <a:quadBezTo>
                  <a:pt x="85990" y="17230"/>
                  <a:pt x="74985" y="23901"/>
                </a:quadBezTo>
                <a:quadBezTo>
                  <a:pt x="63980" y="30573"/>
                  <a:pt x="59416" y="42607"/>
                </a:quadBezTo>
                <a:quadBezTo>
                  <a:pt x="58419" y="45390"/>
                  <a:pt x="55842" y="46838"/>
                </a:quadBezTo>
                <a:quadBezTo>
                  <a:pt x="53321" y="48383"/>
                  <a:pt x="50406" y="47896"/>
                </a:quadBezTo>
                <a:quadBezTo>
                  <a:pt x="39130" y="46231"/>
                  <a:pt x="29979" y="53028"/>
                </a:quadBezTo>
                <a:quadBezTo>
                  <a:pt x="20828" y="59825"/>
                  <a:pt x="19163" y="71103"/>
                </a:quadBezTo>
                <a:quadBezTo>
                  <a:pt x="17498" y="82381"/>
                  <a:pt x="24295" y="91533"/>
                </a:quadBezTo>
                <a:quadBezTo>
                  <a:pt x="30918" y="100452"/>
                  <a:pt x="41797" y="102260"/>
                </a:quadBezTo>
                <a:lnTo>
                  <a:pt x="134442" y="102260"/>
                </a:lnTo>
                <a:close/>
              </a:path>
            </a:pathLst>
          </a:cu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Path"/>
          <p:cNvSpPr/>
          <p:nvPr/>
        </p:nvSpPr>
        <p:spPr>
          <a:xfrm>
            <a:off x="2514967" y="3029317"/>
            <a:ext cx="18316" cy="41176"/>
          </a:xfrm>
          <a:custGeom>
            <a:avLst/>
            <a:gdLst/>
            <a:ahLst/>
            <a:cxnLst/>
            <a:rect l="0" t="0" r="r" b="b"/>
            <a:pathLst>
              <a:path w="18316" h="41176">
                <a:moveTo>
                  <a:pt x="18207" y="9158"/>
                </a:moveTo>
                <a:lnTo>
                  <a:pt x="18207" y="32018"/>
                </a:lnTo>
                <a:quadBezTo>
                  <a:pt x="18316" y="35811"/>
                  <a:pt x="15556" y="38416"/>
                </a:quadBezTo>
                <a:quadBezTo>
                  <a:pt x="12951" y="41176"/>
                  <a:pt x="9158" y="41067"/>
                </a:quadBezTo>
                <a:quadBezTo>
                  <a:pt x="5365" y="41176"/>
                  <a:pt x="2760" y="38416"/>
                </a:quadBezTo>
                <a:quadBezTo>
                  <a:pt x="0" y="35811"/>
                  <a:pt x="109" y="32018"/>
                </a:quadBezTo>
                <a:lnTo>
                  <a:pt x="109" y="9158"/>
                </a:lnTo>
                <a:quadBezTo>
                  <a:pt x="0" y="5365"/>
                  <a:pt x="2760" y="2760"/>
                </a:quadBezTo>
                <a:quadBezTo>
                  <a:pt x="5365" y="0"/>
                  <a:pt x="9158" y="109"/>
                </a:quadBezTo>
                <a:quadBezTo>
                  <a:pt x="12951" y="0"/>
                  <a:pt x="15556" y="2760"/>
                </a:quadBezTo>
                <a:quadBezTo>
                  <a:pt x="18316" y="5365"/>
                  <a:pt x="18207" y="9158"/>
                </a:quadBezTo>
                <a:close/>
              </a:path>
            </a:pathLst>
          </a:cu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Ellipse"/>
          <p:cNvSpPr/>
          <p:nvPr/>
        </p:nvSpPr>
        <p:spPr>
          <a:xfrm>
            <a:off x="2524125" y="3038475"/>
            <a:ext cx="20002" cy="2000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2857500" y="2781300"/>
            <a:ext cx="533400" cy="533400"/>
          </a:xfrm>
          <a:prstGeom prst="roundRect">
            <a:avLst>
              <a:gd name="adj" fmla="val 10714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Path"/>
          <p:cNvSpPr/>
          <p:nvPr/>
        </p:nvSpPr>
        <p:spPr>
          <a:xfrm>
            <a:off x="3018416" y="2990221"/>
            <a:ext cx="174292" cy="118929"/>
          </a:xfrm>
          <a:custGeom>
            <a:avLst/>
            <a:gdLst/>
            <a:ahLst/>
            <a:cxnLst/>
            <a:rect l="0" t="0" r="r" b="b"/>
            <a:pathLst>
              <a:path w="174292" h="118929">
                <a:moveTo>
                  <a:pt x="134461" y="118929"/>
                </a:moveTo>
                <a:lnTo>
                  <a:pt x="41149" y="118929"/>
                </a:lnTo>
                <a:quadBezTo>
                  <a:pt x="40844" y="118929"/>
                  <a:pt x="40539" y="118906"/>
                </a:quadBezTo>
                <a:quadBezTo>
                  <a:pt x="40234" y="118884"/>
                  <a:pt x="39932" y="118839"/>
                </a:quadBezTo>
                <a:quadBezTo>
                  <a:pt x="21825" y="116166"/>
                  <a:pt x="10912" y="101471"/>
                </a:quadBezTo>
                <a:quadBezTo>
                  <a:pt x="0" y="86776"/>
                  <a:pt x="2673" y="68668"/>
                </a:quadBezTo>
                <a:quadBezTo>
                  <a:pt x="5347" y="50560"/>
                  <a:pt x="20040" y="39646"/>
                </a:quadBezTo>
                <a:quadBezTo>
                  <a:pt x="32077" y="30706"/>
                  <a:pt x="46405" y="30883"/>
                </a:quadBezTo>
                <a:quadBezTo>
                  <a:pt x="53195" y="17619"/>
                  <a:pt x="66344" y="9647"/>
                </a:quadBezTo>
                <a:quadBezTo>
                  <a:pt x="82258" y="0"/>
                  <a:pt x="100737" y="2198"/>
                </a:quadBezTo>
                <a:quadBezTo>
                  <a:pt x="119216" y="4395"/>
                  <a:pt x="132423" y="17506"/>
                </a:quadBezTo>
                <a:quadBezTo>
                  <a:pt x="143546" y="28547"/>
                  <a:pt x="146958" y="43384"/>
                </a:quadBezTo>
                <a:quadBezTo>
                  <a:pt x="157845" y="47002"/>
                  <a:pt x="165138" y="56523"/>
                </a:quadBezTo>
                <a:quadBezTo>
                  <a:pt x="174292" y="68473"/>
                  <a:pt x="172993" y="83471"/>
                </a:quadBezTo>
                <a:quadBezTo>
                  <a:pt x="171694" y="98469"/>
                  <a:pt x="160621" y="108667"/>
                </a:quadBezTo>
                <a:quadBezTo>
                  <a:pt x="149549" y="118866"/>
                  <a:pt x="134495" y="118929"/>
                </a:quadBezTo>
                <a:lnTo>
                  <a:pt x="134461" y="118929"/>
                </a:lnTo>
                <a:close/>
                <a:moveTo>
                  <a:pt x="134442" y="102260"/>
                </a:moveTo>
                <a:lnTo>
                  <a:pt x="134461" y="102260"/>
                </a:lnTo>
                <a:quadBezTo>
                  <a:pt x="143025" y="102213"/>
                  <a:pt x="149329" y="96407"/>
                </a:quadBezTo>
                <a:quadBezTo>
                  <a:pt x="155645" y="90589"/>
                  <a:pt x="156386" y="82033"/>
                </a:quadBezTo>
                <a:quadBezTo>
                  <a:pt x="157127" y="73477"/>
                  <a:pt x="151905" y="66659"/>
                </a:quadBezTo>
                <a:quadBezTo>
                  <a:pt x="146683" y="59842"/>
                  <a:pt x="138230" y="58330"/>
                </a:quadBezTo>
                <a:quadBezTo>
                  <a:pt x="135518" y="57888"/>
                  <a:pt x="133656" y="55867"/>
                </a:quadBezTo>
                <a:quadBezTo>
                  <a:pt x="131732" y="53903"/>
                  <a:pt x="131429" y="51172"/>
                </a:quadBezTo>
                <a:quadBezTo>
                  <a:pt x="129814" y="38403"/>
                  <a:pt x="120680" y="29336"/>
                </a:quadBezTo>
                <a:quadBezTo>
                  <a:pt x="111547" y="20270"/>
                  <a:pt x="98768" y="18750"/>
                </a:quadBezTo>
                <a:quadBezTo>
                  <a:pt x="85990" y="17230"/>
                  <a:pt x="74985" y="23901"/>
                </a:quadBezTo>
                <a:quadBezTo>
                  <a:pt x="63980" y="30573"/>
                  <a:pt x="59416" y="42607"/>
                </a:quadBezTo>
                <a:quadBezTo>
                  <a:pt x="58419" y="45390"/>
                  <a:pt x="55842" y="46838"/>
                </a:quadBezTo>
                <a:quadBezTo>
                  <a:pt x="53321" y="48383"/>
                  <a:pt x="50406" y="47896"/>
                </a:quadBezTo>
                <a:quadBezTo>
                  <a:pt x="39130" y="46231"/>
                  <a:pt x="29979" y="53028"/>
                </a:quadBezTo>
                <a:quadBezTo>
                  <a:pt x="20828" y="59825"/>
                  <a:pt x="19163" y="71103"/>
                </a:quadBezTo>
                <a:quadBezTo>
                  <a:pt x="17498" y="82381"/>
                  <a:pt x="24295" y="91533"/>
                </a:quadBezTo>
                <a:quadBezTo>
                  <a:pt x="30918" y="100452"/>
                  <a:pt x="41797" y="102260"/>
                </a:quadBezTo>
                <a:lnTo>
                  <a:pt x="134442" y="102260"/>
                </a:ln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Path"/>
          <p:cNvSpPr/>
          <p:nvPr/>
        </p:nvSpPr>
        <p:spPr>
          <a:xfrm>
            <a:off x="3172192" y="3038842"/>
            <a:ext cx="52606" cy="18316"/>
          </a:xfrm>
          <a:custGeom>
            <a:avLst/>
            <a:gdLst/>
            <a:ahLst/>
            <a:cxnLst/>
            <a:rect l="0" t="0" r="r" b="b"/>
            <a:pathLst>
              <a:path w="52606" h="18316">
                <a:moveTo>
                  <a:pt x="9158" y="109"/>
                </a:moveTo>
                <a:lnTo>
                  <a:pt x="43448" y="109"/>
                </a:lnTo>
                <a:quadBezTo>
                  <a:pt x="47241" y="0"/>
                  <a:pt x="49846" y="2760"/>
                </a:quadBezTo>
                <a:quadBezTo>
                  <a:pt x="52606" y="5365"/>
                  <a:pt x="52497" y="9158"/>
                </a:quadBezTo>
                <a:quadBezTo>
                  <a:pt x="52606" y="12951"/>
                  <a:pt x="49846" y="15556"/>
                </a:quadBezTo>
                <a:quadBezTo>
                  <a:pt x="47241" y="18316"/>
                  <a:pt x="43448" y="18207"/>
                </a:quadBezTo>
                <a:lnTo>
                  <a:pt x="9158" y="18207"/>
                </a:lnTo>
                <a:quadBezTo>
                  <a:pt x="5365" y="18316"/>
                  <a:pt x="2760" y="15556"/>
                </a:quadBezTo>
                <a:quadBezTo>
                  <a:pt x="0" y="12951"/>
                  <a:pt x="109" y="9158"/>
                </a:quadBezTo>
                <a:quadBezTo>
                  <a:pt x="0" y="5365"/>
                  <a:pt x="2760" y="2760"/>
                </a:quadBezTo>
                <a:quadBezTo>
                  <a:pt x="5365" y="0"/>
                  <a:pt x="9158" y="109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190500" y="3448050"/>
            <a:ext cx="543342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4B4B44"/>
                </a:solidFill>
                <a:latin typeface="Inter"/>
                <a:ea typeface="Inter"/>
                <a:cs typeface="Inter"/>
              </a:rPr>
              <a:t>只有「正在同步」那枚会转（1.4s 线性循环）。「未在同步」是云 + 一道静止横杠 —— 绝不表现得像在忙。</a:t>
            </a:r>
          </a:p>
        </p:txBody>
      </p:sp>
      <p:sp>
        <p:nvSpPr>
          <p:cNvPr id="34" name="Rectangle"/>
          <p:cNvSpPr/>
          <p:nvPr/>
        </p:nvSpPr>
        <p:spPr>
          <a:xfrm>
            <a:off x="4763" y="2309813"/>
            <a:ext cx="13706475" cy="1514475"/>
          </a:xfrm>
          <a:prstGeom prst="roundRect">
            <a:avLst>
              <a:gd name="adj" fmla="val 5974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0" y="3829050"/>
            <a:ext cx="137160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190500" y="4019550"/>
            <a:ext cx="138931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导航与组织 · 20px 载体</a:t>
            </a:r>
          </a:p>
        </p:txBody>
      </p:sp>
      <p:sp>
        <p:nvSpPr>
          <p:cNvPr id="37" name="Rectangle"/>
          <p:cNvSpPr/>
          <p:nvPr/>
        </p:nvSpPr>
        <p:spPr>
          <a:xfrm>
            <a:off x="190500" y="4305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Path"/>
          <p:cNvSpPr/>
          <p:nvPr/>
        </p:nvSpPr>
        <p:spPr>
          <a:xfrm>
            <a:off x="343990" y="4487365"/>
            <a:ext cx="150220" cy="102595"/>
          </a:xfrm>
          <a:custGeom>
            <a:avLst/>
            <a:gdLst/>
            <a:ahLst/>
            <a:cxnLst/>
            <a:rect l="0" t="0" r="r" b="b"/>
            <a:pathLst>
              <a:path w="150220" h="102595">
                <a:moveTo>
                  <a:pt x="8435" y="101"/>
                </a:moveTo>
                <a:lnTo>
                  <a:pt x="141785" y="101"/>
                </a:lnTo>
                <a:quadBezTo>
                  <a:pt x="145279" y="0"/>
                  <a:pt x="147678" y="2542"/>
                </a:quadBezTo>
                <a:quadBezTo>
                  <a:pt x="150220" y="4941"/>
                  <a:pt x="150119" y="8435"/>
                </a:quadBezTo>
                <a:quadBezTo>
                  <a:pt x="150220" y="11929"/>
                  <a:pt x="147678" y="14328"/>
                </a:quadBezTo>
                <a:quadBezTo>
                  <a:pt x="145279" y="16870"/>
                  <a:pt x="141785" y="16769"/>
                </a:quadBezTo>
                <a:lnTo>
                  <a:pt x="8435" y="16769"/>
                </a:lnTo>
                <a:quadBezTo>
                  <a:pt x="4941" y="16870"/>
                  <a:pt x="2542" y="14328"/>
                </a:quadBezTo>
                <a:quadBezTo>
                  <a:pt x="0" y="11929"/>
                  <a:pt x="101" y="8435"/>
                </a:quadBezTo>
                <a:quadBezTo>
                  <a:pt x="0" y="4941"/>
                  <a:pt x="2542" y="2542"/>
                </a:quadBezTo>
                <a:quadBezTo>
                  <a:pt x="4941" y="0"/>
                  <a:pt x="8435" y="101"/>
                </a:quadBezTo>
                <a:close/>
                <a:moveTo>
                  <a:pt x="8435" y="42963"/>
                </a:moveTo>
                <a:lnTo>
                  <a:pt x="141785" y="42963"/>
                </a:lnTo>
                <a:quadBezTo>
                  <a:pt x="145279" y="42862"/>
                  <a:pt x="147678" y="45404"/>
                </a:quadBezTo>
                <a:quadBezTo>
                  <a:pt x="150220" y="47804"/>
                  <a:pt x="150119" y="51297"/>
                </a:quadBezTo>
                <a:quadBezTo>
                  <a:pt x="150220" y="54791"/>
                  <a:pt x="147678" y="57191"/>
                </a:quadBezTo>
                <a:quadBezTo>
                  <a:pt x="145279" y="59732"/>
                  <a:pt x="141785" y="59632"/>
                </a:quadBezTo>
                <a:lnTo>
                  <a:pt x="8435" y="59632"/>
                </a:lnTo>
                <a:quadBezTo>
                  <a:pt x="4941" y="59732"/>
                  <a:pt x="2542" y="57191"/>
                </a:quadBezTo>
                <a:quadBezTo>
                  <a:pt x="0" y="54791"/>
                  <a:pt x="101" y="51297"/>
                </a:quadBezTo>
                <a:quadBezTo>
                  <a:pt x="0" y="47804"/>
                  <a:pt x="2542" y="45404"/>
                </a:quadBezTo>
                <a:quadBezTo>
                  <a:pt x="4941" y="42862"/>
                  <a:pt x="8435" y="42963"/>
                </a:quadBezTo>
                <a:close/>
                <a:moveTo>
                  <a:pt x="8435" y="85826"/>
                </a:moveTo>
                <a:lnTo>
                  <a:pt x="141785" y="85826"/>
                </a:lnTo>
                <a:quadBezTo>
                  <a:pt x="145279" y="85725"/>
                  <a:pt x="147678" y="88267"/>
                </a:quadBezTo>
                <a:quadBezTo>
                  <a:pt x="150220" y="90666"/>
                  <a:pt x="150119" y="94160"/>
                </a:quadBezTo>
                <a:quadBezTo>
                  <a:pt x="150220" y="97654"/>
                  <a:pt x="147678" y="100053"/>
                </a:quadBezTo>
                <a:quadBezTo>
                  <a:pt x="145279" y="102595"/>
                  <a:pt x="141785" y="102494"/>
                </a:quadBezTo>
                <a:lnTo>
                  <a:pt x="8435" y="102494"/>
                </a:lnTo>
                <a:quadBezTo>
                  <a:pt x="4941" y="102595"/>
                  <a:pt x="2542" y="100053"/>
                </a:quadBezTo>
                <a:quadBezTo>
                  <a:pt x="0" y="97654"/>
                  <a:pt x="101" y="94160"/>
                </a:quadBezTo>
                <a:quadBezTo>
                  <a:pt x="0" y="90666"/>
                  <a:pt x="2542" y="88267"/>
                </a:quadBezTo>
                <a:quadBezTo>
                  <a:pt x="4941" y="85725"/>
                  <a:pt x="8435" y="85826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742950" y="4305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847725" y="4476750"/>
            <a:ext cx="123825" cy="114300"/>
          </a:xfrm>
          <a:prstGeom prst="roundRect">
            <a:avLst>
              <a:gd name="adj" fmla="val 16666"/>
            </a:avLst>
          </a:prstGeom>
          <a:noFill/>
          <a:ln w="16669">
            <a:solidFill>
              <a:srgbClr val="4B4B4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1" name="Path"/>
          <p:cNvSpPr/>
          <p:nvPr/>
        </p:nvSpPr>
        <p:spPr>
          <a:xfrm>
            <a:off x="963115" y="4496890"/>
            <a:ext cx="140695" cy="74020"/>
          </a:xfrm>
          <a:custGeom>
            <a:avLst/>
            <a:gdLst/>
            <a:ahLst/>
            <a:cxnLst/>
            <a:rect l="0" t="0" r="r" b="b"/>
            <a:pathLst>
              <a:path w="140695" h="74020">
                <a:moveTo>
                  <a:pt x="54869" y="8435"/>
                </a:moveTo>
                <a:lnTo>
                  <a:pt x="54869" y="37010"/>
                </a:lnTo>
                <a:quadBezTo>
                  <a:pt x="54970" y="40504"/>
                  <a:pt x="52428" y="42903"/>
                </a:quadBezTo>
                <a:quadBezTo>
                  <a:pt x="50029" y="45445"/>
                  <a:pt x="46535" y="45344"/>
                </a:quadBezTo>
                <a:quadBezTo>
                  <a:pt x="43041" y="45445"/>
                  <a:pt x="40642" y="42903"/>
                </a:quadBezTo>
                <a:quadBezTo>
                  <a:pt x="38100" y="40504"/>
                  <a:pt x="38201" y="37010"/>
                </a:quadBezTo>
                <a:lnTo>
                  <a:pt x="38201" y="8435"/>
                </a:lnTo>
                <a:quadBezTo>
                  <a:pt x="38100" y="4941"/>
                  <a:pt x="40642" y="2542"/>
                </a:quadBezTo>
                <a:quadBezTo>
                  <a:pt x="43041" y="0"/>
                  <a:pt x="46535" y="101"/>
                </a:quadBezTo>
                <a:quadBezTo>
                  <a:pt x="50029" y="0"/>
                  <a:pt x="52428" y="2542"/>
                </a:quadBezTo>
                <a:quadBezTo>
                  <a:pt x="54970" y="4941"/>
                  <a:pt x="54869" y="8435"/>
                </a:quadBezTo>
                <a:close/>
                <a:moveTo>
                  <a:pt x="102494" y="8435"/>
                </a:moveTo>
                <a:lnTo>
                  <a:pt x="102494" y="37010"/>
                </a:lnTo>
                <a:quadBezTo>
                  <a:pt x="102595" y="40504"/>
                  <a:pt x="100053" y="42903"/>
                </a:quadBezTo>
                <a:quadBezTo>
                  <a:pt x="97654" y="45445"/>
                  <a:pt x="94160" y="45344"/>
                </a:quadBezTo>
                <a:quadBezTo>
                  <a:pt x="90666" y="45445"/>
                  <a:pt x="88267" y="42903"/>
                </a:quadBezTo>
                <a:quadBezTo>
                  <a:pt x="85725" y="40504"/>
                  <a:pt x="85826" y="37010"/>
                </a:quadBezTo>
                <a:lnTo>
                  <a:pt x="85826" y="8435"/>
                </a:lnTo>
                <a:quadBezTo>
                  <a:pt x="85725" y="4941"/>
                  <a:pt x="88267" y="2542"/>
                </a:quadBezTo>
                <a:quadBezTo>
                  <a:pt x="90666" y="0"/>
                  <a:pt x="94160" y="101"/>
                </a:quadBezTo>
                <a:quadBezTo>
                  <a:pt x="97654" y="0"/>
                  <a:pt x="100053" y="2542"/>
                </a:quadBezTo>
                <a:quadBezTo>
                  <a:pt x="102595" y="4941"/>
                  <a:pt x="102494" y="8435"/>
                </a:quadBezTo>
                <a:close/>
                <a:moveTo>
                  <a:pt x="8435" y="57251"/>
                </a:moveTo>
                <a:lnTo>
                  <a:pt x="132260" y="57251"/>
                </a:lnTo>
                <a:quadBezTo>
                  <a:pt x="135754" y="57150"/>
                  <a:pt x="138153" y="59692"/>
                </a:quadBezTo>
                <a:quadBezTo>
                  <a:pt x="140695" y="62091"/>
                  <a:pt x="140594" y="65585"/>
                </a:quadBezTo>
                <a:quadBezTo>
                  <a:pt x="140695" y="69079"/>
                  <a:pt x="138153" y="71478"/>
                </a:quadBezTo>
                <a:quadBezTo>
                  <a:pt x="135754" y="74020"/>
                  <a:pt x="132260" y="73919"/>
                </a:quadBezTo>
                <a:lnTo>
                  <a:pt x="8435" y="73919"/>
                </a:lnTo>
                <a:quadBezTo>
                  <a:pt x="4941" y="74020"/>
                  <a:pt x="2542" y="71478"/>
                </a:quadBezTo>
                <a:quadBezTo>
                  <a:pt x="0" y="69079"/>
                  <a:pt x="101" y="65585"/>
                </a:quadBezTo>
                <a:quadBezTo>
                  <a:pt x="0" y="62091"/>
                  <a:pt x="2542" y="59692"/>
                </a:quadBezTo>
                <a:quadBezTo>
                  <a:pt x="4941" y="57150"/>
                  <a:pt x="8435" y="57251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"/>
          <p:cNvSpPr/>
          <p:nvPr/>
        </p:nvSpPr>
        <p:spPr>
          <a:xfrm>
            <a:off x="1295400" y="4305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Path"/>
          <p:cNvSpPr/>
          <p:nvPr/>
        </p:nvSpPr>
        <p:spPr>
          <a:xfrm>
            <a:off x="1448991" y="4468405"/>
            <a:ext cx="159544" cy="130979"/>
          </a:xfrm>
          <a:custGeom>
            <a:avLst/>
            <a:gdLst/>
            <a:ahLst/>
            <a:cxnLst/>
            <a:rect l="0" t="0" r="r" b="b"/>
            <a:pathLst>
              <a:path w="159544" h="130979">
                <a:moveTo>
                  <a:pt x="0" y="17870"/>
                </a:moveTo>
                <a:lnTo>
                  <a:pt x="463" y="17870"/>
                </a:lnTo>
                <a:quadBezTo>
                  <a:pt x="1752" y="11511"/>
                  <a:pt x="6626" y="6636"/>
                </a:quadBezTo>
                <a:quadBezTo>
                  <a:pt x="13252" y="11"/>
                  <a:pt x="22622" y="11"/>
                </a:quadBezTo>
                <a:lnTo>
                  <a:pt x="60722" y="11"/>
                </a:lnTo>
                <a:quadBezTo>
                  <a:pt x="62623" y="0"/>
                  <a:pt x="64332" y="833"/>
                </a:quadBezTo>
                <a:quadBezTo>
                  <a:pt x="66050" y="1647"/>
                  <a:pt x="67230" y="3138"/>
                </a:quadBezTo>
                <a:lnTo>
                  <a:pt x="83778" y="23823"/>
                </a:lnTo>
                <a:lnTo>
                  <a:pt x="136922" y="23823"/>
                </a:lnTo>
                <a:quadBezTo>
                  <a:pt x="146292" y="23823"/>
                  <a:pt x="152918" y="30449"/>
                </a:quadBezTo>
                <a:quadBezTo>
                  <a:pt x="159544" y="37075"/>
                  <a:pt x="159544" y="46445"/>
                </a:quadBezTo>
                <a:lnTo>
                  <a:pt x="159544" y="108357"/>
                </a:lnTo>
                <a:quadBezTo>
                  <a:pt x="159544" y="117728"/>
                  <a:pt x="152918" y="124354"/>
                </a:quadBezTo>
                <a:quadBezTo>
                  <a:pt x="146292" y="130979"/>
                  <a:pt x="136922" y="130979"/>
                </a:quadBezTo>
                <a:lnTo>
                  <a:pt x="22622" y="130979"/>
                </a:lnTo>
                <a:quadBezTo>
                  <a:pt x="13252" y="130979"/>
                  <a:pt x="6626" y="124353"/>
                </a:quadBezTo>
                <a:quadBezTo>
                  <a:pt x="0" y="117728"/>
                  <a:pt x="0" y="108357"/>
                </a:quadBezTo>
                <a:lnTo>
                  <a:pt x="0" y="17870"/>
                </a:lnTo>
                <a:close/>
                <a:moveTo>
                  <a:pt x="16669" y="108357"/>
                </a:moveTo>
                <a:quadBezTo>
                  <a:pt x="16669" y="110823"/>
                  <a:pt x="18412" y="112567"/>
                </a:quadBezTo>
                <a:quadBezTo>
                  <a:pt x="20156" y="114311"/>
                  <a:pt x="22622" y="114311"/>
                </a:quadBezTo>
                <a:lnTo>
                  <a:pt x="136922" y="114311"/>
                </a:lnTo>
                <a:quadBezTo>
                  <a:pt x="139388" y="114311"/>
                  <a:pt x="141131" y="112567"/>
                </a:quadBezTo>
                <a:quadBezTo>
                  <a:pt x="142875" y="110823"/>
                  <a:pt x="142875" y="108357"/>
                </a:quadBezTo>
                <a:lnTo>
                  <a:pt x="142875" y="46445"/>
                </a:lnTo>
                <a:quadBezTo>
                  <a:pt x="142875" y="43979"/>
                  <a:pt x="141131" y="42235"/>
                </a:quadBezTo>
                <a:quadBezTo>
                  <a:pt x="139388" y="40492"/>
                  <a:pt x="136922" y="40492"/>
                </a:quadBezTo>
                <a:lnTo>
                  <a:pt x="79772" y="40492"/>
                </a:lnTo>
                <a:quadBezTo>
                  <a:pt x="77871" y="40502"/>
                  <a:pt x="76162" y="39669"/>
                </a:quadBezTo>
                <a:quadBezTo>
                  <a:pt x="74443" y="38855"/>
                  <a:pt x="73264" y="37364"/>
                </a:quadBezTo>
                <a:lnTo>
                  <a:pt x="56716" y="16679"/>
                </a:lnTo>
                <a:lnTo>
                  <a:pt x="22622" y="16679"/>
                </a:lnTo>
                <a:quadBezTo>
                  <a:pt x="20156" y="16679"/>
                  <a:pt x="18412" y="18423"/>
                </a:quadBezTo>
                <a:quadBezTo>
                  <a:pt x="16669" y="20167"/>
                  <a:pt x="16669" y="22632"/>
                </a:quadBezTo>
                <a:lnTo>
                  <a:pt x="16669" y="108357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"/>
          <p:cNvSpPr/>
          <p:nvPr/>
        </p:nvSpPr>
        <p:spPr>
          <a:xfrm>
            <a:off x="1847850" y="4305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Path"/>
          <p:cNvSpPr/>
          <p:nvPr/>
        </p:nvSpPr>
        <p:spPr>
          <a:xfrm>
            <a:off x="1982391" y="4468405"/>
            <a:ext cx="159544" cy="130979"/>
          </a:xfrm>
          <a:custGeom>
            <a:avLst/>
            <a:gdLst/>
            <a:ahLst/>
            <a:cxnLst/>
            <a:rect l="0" t="0" r="r" b="b"/>
            <a:pathLst>
              <a:path w="159544" h="130979">
                <a:moveTo>
                  <a:pt x="0" y="17870"/>
                </a:moveTo>
                <a:lnTo>
                  <a:pt x="463" y="17870"/>
                </a:lnTo>
                <a:quadBezTo>
                  <a:pt x="1752" y="11511"/>
                  <a:pt x="6626" y="6636"/>
                </a:quadBezTo>
                <a:quadBezTo>
                  <a:pt x="13252" y="11"/>
                  <a:pt x="22622" y="11"/>
                </a:quadBezTo>
                <a:lnTo>
                  <a:pt x="60722" y="11"/>
                </a:lnTo>
                <a:quadBezTo>
                  <a:pt x="62623" y="0"/>
                  <a:pt x="64332" y="833"/>
                </a:quadBezTo>
                <a:quadBezTo>
                  <a:pt x="66050" y="1647"/>
                  <a:pt x="67230" y="3138"/>
                </a:quadBezTo>
                <a:lnTo>
                  <a:pt x="83778" y="23823"/>
                </a:lnTo>
                <a:lnTo>
                  <a:pt x="136922" y="23823"/>
                </a:lnTo>
                <a:quadBezTo>
                  <a:pt x="146292" y="23823"/>
                  <a:pt x="152918" y="30449"/>
                </a:quadBezTo>
                <a:quadBezTo>
                  <a:pt x="159544" y="37075"/>
                  <a:pt x="159544" y="46445"/>
                </a:quadBezTo>
                <a:lnTo>
                  <a:pt x="159544" y="108357"/>
                </a:lnTo>
                <a:quadBezTo>
                  <a:pt x="159544" y="117728"/>
                  <a:pt x="152918" y="124354"/>
                </a:quadBezTo>
                <a:quadBezTo>
                  <a:pt x="146292" y="130979"/>
                  <a:pt x="136922" y="130979"/>
                </a:quadBezTo>
                <a:lnTo>
                  <a:pt x="22622" y="130979"/>
                </a:lnTo>
                <a:quadBezTo>
                  <a:pt x="13252" y="130979"/>
                  <a:pt x="6626" y="124353"/>
                </a:quadBezTo>
                <a:quadBezTo>
                  <a:pt x="0" y="117728"/>
                  <a:pt x="0" y="108357"/>
                </a:quadBezTo>
                <a:lnTo>
                  <a:pt x="0" y="17870"/>
                </a:lnTo>
                <a:close/>
                <a:moveTo>
                  <a:pt x="16669" y="108357"/>
                </a:moveTo>
                <a:quadBezTo>
                  <a:pt x="16669" y="110823"/>
                  <a:pt x="18412" y="112567"/>
                </a:quadBezTo>
                <a:quadBezTo>
                  <a:pt x="20156" y="114311"/>
                  <a:pt x="22622" y="114311"/>
                </a:quadBezTo>
                <a:lnTo>
                  <a:pt x="136922" y="114311"/>
                </a:lnTo>
                <a:quadBezTo>
                  <a:pt x="139388" y="114311"/>
                  <a:pt x="141131" y="112567"/>
                </a:quadBezTo>
                <a:quadBezTo>
                  <a:pt x="142875" y="110823"/>
                  <a:pt x="142875" y="108357"/>
                </a:quadBezTo>
                <a:lnTo>
                  <a:pt x="142875" y="46445"/>
                </a:lnTo>
                <a:quadBezTo>
                  <a:pt x="142875" y="43979"/>
                  <a:pt x="141131" y="42235"/>
                </a:quadBezTo>
                <a:quadBezTo>
                  <a:pt x="139388" y="40492"/>
                  <a:pt x="136922" y="40492"/>
                </a:quadBezTo>
                <a:lnTo>
                  <a:pt x="79772" y="40492"/>
                </a:lnTo>
                <a:quadBezTo>
                  <a:pt x="77871" y="40502"/>
                  <a:pt x="76162" y="39669"/>
                </a:quadBezTo>
                <a:quadBezTo>
                  <a:pt x="74443" y="38855"/>
                  <a:pt x="73264" y="37364"/>
                </a:quadBezTo>
                <a:lnTo>
                  <a:pt x="56716" y="16679"/>
                </a:lnTo>
                <a:lnTo>
                  <a:pt x="22622" y="16679"/>
                </a:lnTo>
                <a:quadBezTo>
                  <a:pt x="20156" y="16679"/>
                  <a:pt x="18412" y="18423"/>
                </a:quadBezTo>
                <a:quadBezTo>
                  <a:pt x="16669" y="20167"/>
                  <a:pt x="16669" y="22632"/>
                </a:quadBezTo>
                <a:lnTo>
                  <a:pt x="16669" y="108357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Path"/>
          <p:cNvSpPr/>
          <p:nvPr/>
        </p:nvSpPr>
        <p:spPr>
          <a:xfrm>
            <a:off x="2125165" y="4506415"/>
            <a:ext cx="54970" cy="54970"/>
          </a:xfrm>
          <a:custGeom>
            <a:avLst/>
            <a:gdLst/>
            <a:ahLst/>
            <a:cxnLst/>
            <a:rect l="0" t="0" r="r" b="b"/>
            <a:pathLst>
              <a:path w="54970" h="54970">
                <a:moveTo>
                  <a:pt x="35819" y="8435"/>
                </a:moveTo>
                <a:lnTo>
                  <a:pt x="35819" y="19151"/>
                </a:lnTo>
                <a:lnTo>
                  <a:pt x="46535" y="19151"/>
                </a:lnTo>
                <a:quadBezTo>
                  <a:pt x="50029" y="19050"/>
                  <a:pt x="52428" y="21592"/>
                </a:quadBezTo>
                <a:quadBezTo>
                  <a:pt x="54970" y="23991"/>
                  <a:pt x="54869" y="27485"/>
                </a:quadBezTo>
                <a:quadBezTo>
                  <a:pt x="54970" y="30979"/>
                  <a:pt x="52428" y="33378"/>
                </a:quadBezTo>
                <a:quadBezTo>
                  <a:pt x="50029" y="35920"/>
                  <a:pt x="46535" y="35819"/>
                </a:quadBezTo>
                <a:lnTo>
                  <a:pt x="35819" y="35819"/>
                </a:lnTo>
                <a:lnTo>
                  <a:pt x="35819" y="46535"/>
                </a:lnTo>
                <a:quadBezTo>
                  <a:pt x="35920" y="50029"/>
                  <a:pt x="33378" y="52428"/>
                </a:quadBezTo>
                <a:quadBezTo>
                  <a:pt x="30979" y="54970"/>
                  <a:pt x="27485" y="54869"/>
                </a:quadBezTo>
                <a:quadBezTo>
                  <a:pt x="23991" y="54970"/>
                  <a:pt x="21592" y="52428"/>
                </a:quadBezTo>
                <a:quadBezTo>
                  <a:pt x="19050" y="50029"/>
                  <a:pt x="19151" y="46535"/>
                </a:quadBezTo>
                <a:lnTo>
                  <a:pt x="19151" y="35819"/>
                </a:lnTo>
                <a:lnTo>
                  <a:pt x="8435" y="35819"/>
                </a:lnTo>
                <a:quadBezTo>
                  <a:pt x="4941" y="35920"/>
                  <a:pt x="2542" y="33378"/>
                </a:quadBezTo>
                <a:quadBezTo>
                  <a:pt x="0" y="30979"/>
                  <a:pt x="101" y="27485"/>
                </a:quadBezTo>
                <a:quadBezTo>
                  <a:pt x="0" y="23991"/>
                  <a:pt x="2542" y="21592"/>
                </a:quadBezTo>
                <a:quadBezTo>
                  <a:pt x="4941" y="19050"/>
                  <a:pt x="8435" y="19151"/>
                </a:quadBezTo>
                <a:lnTo>
                  <a:pt x="19151" y="19151"/>
                </a:lnTo>
                <a:lnTo>
                  <a:pt x="19151" y="8435"/>
                </a:lnTo>
                <a:quadBezTo>
                  <a:pt x="19050" y="4941"/>
                  <a:pt x="21592" y="2542"/>
                </a:quadBezTo>
                <a:quadBezTo>
                  <a:pt x="23991" y="0"/>
                  <a:pt x="27485" y="101"/>
                </a:quadBezTo>
                <a:quadBezTo>
                  <a:pt x="30979" y="0"/>
                  <a:pt x="33378" y="2542"/>
                </a:quadBezTo>
                <a:quadBezTo>
                  <a:pt x="35920" y="4941"/>
                  <a:pt x="35819" y="8435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"/>
          <p:cNvSpPr/>
          <p:nvPr/>
        </p:nvSpPr>
        <p:spPr>
          <a:xfrm>
            <a:off x="2400300" y="4305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Path"/>
          <p:cNvSpPr/>
          <p:nvPr/>
        </p:nvSpPr>
        <p:spPr>
          <a:xfrm>
            <a:off x="2553269" y="4458790"/>
            <a:ext cx="150741" cy="150120"/>
          </a:xfrm>
          <a:custGeom>
            <a:avLst/>
            <a:gdLst/>
            <a:ahLst/>
            <a:cxnLst/>
            <a:rect l="0" t="0" r="r" b="b"/>
            <a:pathLst>
              <a:path w="150741" h="150120">
                <a:moveTo>
                  <a:pt x="148200" y="33022"/>
                </a:moveTo>
                <a:quadBezTo>
                  <a:pt x="150741" y="35421"/>
                  <a:pt x="150641" y="38915"/>
                </a:quadBezTo>
                <a:quadBezTo>
                  <a:pt x="150741" y="42409"/>
                  <a:pt x="148200" y="44808"/>
                </a:quadBezTo>
                <a:lnTo>
                  <a:pt x="52950" y="140058"/>
                </a:lnTo>
                <a:quadBezTo>
                  <a:pt x="52078" y="140932"/>
                  <a:pt x="50989" y="141513"/>
                </a:quadBezTo>
                <a:quadBezTo>
                  <a:pt x="49902" y="142097"/>
                  <a:pt x="48691" y="142337"/>
                </a:quadBezTo>
                <a:lnTo>
                  <a:pt x="10591" y="149957"/>
                </a:lnTo>
                <a:quadBezTo>
                  <a:pt x="9782" y="150120"/>
                  <a:pt x="8956" y="150119"/>
                </a:quadBezTo>
                <a:quadBezTo>
                  <a:pt x="8131" y="150120"/>
                  <a:pt x="7322" y="149957"/>
                </a:quadBezTo>
                <a:quadBezTo>
                  <a:pt x="3876" y="149371"/>
                  <a:pt x="2022" y="146408"/>
                </a:quadBezTo>
                <a:quadBezTo>
                  <a:pt x="0" y="143557"/>
                  <a:pt x="784" y="140150"/>
                </a:quadBezTo>
                <a:lnTo>
                  <a:pt x="8404" y="102050"/>
                </a:lnTo>
                <a:quadBezTo>
                  <a:pt x="8644" y="100840"/>
                  <a:pt x="9228" y="99752"/>
                </a:quadBezTo>
                <a:quadBezTo>
                  <a:pt x="9809" y="98663"/>
                  <a:pt x="10683" y="97792"/>
                </a:quadBezTo>
                <a:lnTo>
                  <a:pt x="105933" y="2542"/>
                </a:lnTo>
                <a:quadBezTo>
                  <a:pt x="108332" y="0"/>
                  <a:pt x="111826" y="101"/>
                </a:quadBezTo>
                <a:quadBezTo>
                  <a:pt x="115320" y="0"/>
                  <a:pt x="117720" y="2542"/>
                </a:quadBezTo>
                <a:lnTo>
                  <a:pt x="148200" y="33022"/>
                </a:lnTo>
                <a:close/>
                <a:moveTo>
                  <a:pt x="111826" y="20222"/>
                </a:moveTo>
                <a:lnTo>
                  <a:pt x="24254" y="107794"/>
                </a:lnTo>
                <a:lnTo>
                  <a:pt x="19581" y="131161"/>
                </a:lnTo>
                <a:lnTo>
                  <a:pt x="42947" y="126487"/>
                </a:lnTo>
                <a:lnTo>
                  <a:pt x="130520" y="38915"/>
                </a:lnTo>
                <a:lnTo>
                  <a:pt x="111826" y="20222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"/>
          <p:cNvSpPr/>
          <p:nvPr/>
        </p:nvSpPr>
        <p:spPr>
          <a:xfrm>
            <a:off x="2952750" y="4305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Path"/>
          <p:cNvSpPr/>
          <p:nvPr/>
        </p:nvSpPr>
        <p:spPr>
          <a:xfrm>
            <a:off x="3115765" y="4458891"/>
            <a:ext cx="140695" cy="150037"/>
          </a:xfrm>
          <a:custGeom>
            <a:avLst/>
            <a:gdLst/>
            <a:ahLst/>
            <a:cxnLst/>
            <a:rect l="0" t="0" r="r" b="b"/>
            <a:pathLst>
              <a:path w="140695" h="150037">
                <a:moveTo>
                  <a:pt x="121868" y="23813"/>
                </a:moveTo>
                <a:quadBezTo>
                  <a:pt x="122442" y="23771"/>
                  <a:pt x="123044" y="23813"/>
                </a:quadBezTo>
                <a:lnTo>
                  <a:pt x="132260" y="23813"/>
                </a:lnTo>
                <a:quadBezTo>
                  <a:pt x="135754" y="23712"/>
                  <a:pt x="138153" y="26254"/>
                </a:quadBezTo>
                <a:quadBezTo>
                  <a:pt x="140695" y="28653"/>
                  <a:pt x="140594" y="32147"/>
                </a:quadBezTo>
                <a:quadBezTo>
                  <a:pt x="140695" y="35641"/>
                  <a:pt x="138153" y="38040"/>
                </a:quadBezTo>
                <a:quadBezTo>
                  <a:pt x="135754" y="40582"/>
                  <a:pt x="132260" y="40481"/>
                </a:quadBezTo>
                <a:lnTo>
                  <a:pt x="130584" y="40481"/>
                </a:lnTo>
                <a:lnTo>
                  <a:pt x="125339" y="127896"/>
                </a:lnTo>
                <a:quadBezTo>
                  <a:pt x="124754" y="137249"/>
                  <a:pt x="117933" y="143643"/>
                </a:quadBezTo>
                <a:quadBezTo>
                  <a:pt x="111113" y="150037"/>
                  <a:pt x="101764" y="150019"/>
                </a:quadBezTo>
                <a:lnTo>
                  <a:pt x="38915" y="150019"/>
                </a:lnTo>
                <a:quadBezTo>
                  <a:pt x="29582" y="150037"/>
                  <a:pt x="22762" y="143643"/>
                </a:quadBezTo>
                <a:quadBezTo>
                  <a:pt x="15941" y="137249"/>
                  <a:pt x="15357" y="127918"/>
                </a:quadBezTo>
                <a:lnTo>
                  <a:pt x="10111" y="40481"/>
                </a:lnTo>
                <a:lnTo>
                  <a:pt x="8435" y="40481"/>
                </a:lnTo>
                <a:quadBezTo>
                  <a:pt x="4941" y="40582"/>
                  <a:pt x="2542" y="38040"/>
                </a:quadBezTo>
                <a:quadBezTo>
                  <a:pt x="0" y="35641"/>
                  <a:pt x="101" y="32147"/>
                </a:quadBezTo>
                <a:quadBezTo>
                  <a:pt x="0" y="28653"/>
                  <a:pt x="2542" y="26254"/>
                </a:quadBezTo>
                <a:quadBezTo>
                  <a:pt x="4941" y="23712"/>
                  <a:pt x="8435" y="23813"/>
                </a:quadBezTo>
                <a:lnTo>
                  <a:pt x="17651" y="23813"/>
                </a:lnTo>
                <a:quadBezTo>
                  <a:pt x="18253" y="23771"/>
                  <a:pt x="18827" y="23813"/>
                </a:quadBezTo>
                <a:lnTo>
                  <a:pt x="42963" y="23813"/>
                </a:lnTo>
                <a:lnTo>
                  <a:pt x="42963" y="17859"/>
                </a:lnTo>
                <a:quadBezTo>
                  <a:pt x="42963" y="10462"/>
                  <a:pt x="48194" y="5231"/>
                </a:quadBezTo>
                <a:quadBezTo>
                  <a:pt x="53425" y="0"/>
                  <a:pt x="60822" y="0"/>
                </a:quadBezTo>
                <a:lnTo>
                  <a:pt x="79872" y="0"/>
                </a:lnTo>
                <a:quadBezTo>
                  <a:pt x="87270" y="0"/>
                  <a:pt x="92501" y="5231"/>
                </a:quadBezTo>
                <a:quadBezTo>
                  <a:pt x="97732" y="10462"/>
                  <a:pt x="97732" y="17859"/>
                </a:quadBezTo>
                <a:lnTo>
                  <a:pt x="97732" y="23813"/>
                </a:lnTo>
                <a:lnTo>
                  <a:pt x="121868" y="23813"/>
                </a:lnTo>
                <a:close/>
                <a:moveTo>
                  <a:pt x="81063" y="23813"/>
                </a:moveTo>
                <a:lnTo>
                  <a:pt x="81063" y="17859"/>
                </a:lnTo>
                <a:quadBezTo>
                  <a:pt x="81063" y="17366"/>
                  <a:pt x="80714" y="17017"/>
                </a:quadBezTo>
                <a:quadBezTo>
                  <a:pt x="80366" y="16669"/>
                  <a:pt x="79872" y="16669"/>
                </a:quadBezTo>
                <a:lnTo>
                  <a:pt x="60822" y="16669"/>
                </a:lnTo>
                <a:quadBezTo>
                  <a:pt x="60329" y="16669"/>
                  <a:pt x="59981" y="17017"/>
                </a:quadBezTo>
                <a:quadBezTo>
                  <a:pt x="59632" y="17366"/>
                  <a:pt x="59632" y="17859"/>
                </a:quadBezTo>
                <a:lnTo>
                  <a:pt x="59632" y="23813"/>
                </a:lnTo>
                <a:lnTo>
                  <a:pt x="81063" y="23813"/>
                </a:lnTo>
                <a:close/>
                <a:moveTo>
                  <a:pt x="26809" y="40481"/>
                </a:moveTo>
                <a:lnTo>
                  <a:pt x="31993" y="126876"/>
                </a:lnTo>
                <a:quadBezTo>
                  <a:pt x="32164" y="129609"/>
                  <a:pt x="34162" y="131482"/>
                </a:quadBezTo>
                <a:quadBezTo>
                  <a:pt x="36160" y="133355"/>
                  <a:pt x="38915" y="133350"/>
                </a:quadBezTo>
                <a:lnTo>
                  <a:pt x="101796" y="133350"/>
                </a:lnTo>
                <a:quadBezTo>
                  <a:pt x="104535" y="133355"/>
                  <a:pt x="106533" y="131482"/>
                </a:quadBezTo>
                <a:quadBezTo>
                  <a:pt x="108531" y="129609"/>
                  <a:pt x="108701" y="126898"/>
                </a:quadBezTo>
                <a:lnTo>
                  <a:pt x="113886" y="40481"/>
                </a:lnTo>
                <a:lnTo>
                  <a:pt x="89923" y="40481"/>
                </a:lnTo>
                <a:quadBezTo>
                  <a:pt x="89663" y="40489"/>
                  <a:pt x="89397" y="40481"/>
                </a:quadBezTo>
                <a:quadBezTo>
                  <a:pt x="89131" y="40489"/>
                  <a:pt x="88872" y="40481"/>
                </a:quadBezTo>
                <a:lnTo>
                  <a:pt x="51823" y="40481"/>
                </a:lnTo>
                <a:quadBezTo>
                  <a:pt x="51563" y="40489"/>
                  <a:pt x="51297" y="40481"/>
                </a:quadBezTo>
                <a:quadBezTo>
                  <a:pt x="51031" y="40489"/>
                  <a:pt x="50772" y="40481"/>
                </a:quadBezTo>
                <a:lnTo>
                  <a:pt x="26809" y="40481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"/>
          <p:cNvSpPr/>
          <p:nvPr/>
        </p:nvSpPr>
        <p:spPr>
          <a:xfrm>
            <a:off x="3505200" y="4305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Ellipse"/>
          <p:cNvSpPr/>
          <p:nvPr/>
        </p:nvSpPr>
        <p:spPr>
          <a:xfrm>
            <a:off x="3638550" y="4505325"/>
            <a:ext cx="49530" cy="49530"/>
          </a:xfrm>
          <a:prstGeom prst="ellipse">
            <a:avLst/>
          </a:prstGeom>
          <a:noFill/>
          <a:ln w="16669">
            <a:solidFill>
              <a:srgbClr val="4B4B4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3" name="Path"/>
          <p:cNvSpPr/>
          <p:nvPr/>
        </p:nvSpPr>
        <p:spPr>
          <a:xfrm>
            <a:off x="3677740" y="4458790"/>
            <a:ext cx="159745" cy="159745"/>
          </a:xfrm>
          <a:custGeom>
            <a:avLst/>
            <a:gdLst/>
            <a:ahLst/>
            <a:cxnLst/>
            <a:rect l="0" t="0" r="r" b="b"/>
            <a:pathLst>
              <a:path w="159745" h="159745">
                <a:moveTo>
                  <a:pt x="88207" y="8435"/>
                </a:moveTo>
                <a:lnTo>
                  <a:pt x="88207" y="27485"/>
                </a:lnTo>
                <a:quadBezTo>
                  <a:pt x="88307" y="30979"/>
                  <a:pt x="85766" y="33378"/>
                </a:quadBezTo>
                <a:quadBezTo>
                  <a:pt x="83366" y="35920"/>
                  <a:pt x="79872" y="35819"/>
                </a:quadBezTo>
                <a:quadBezTo>
                  <a:pt x="76379" y="35920"/>
                  <a:pt x="73979" y="33378"/>
                </a:quadBezTo>
                <a:quadBezTo>
                  <a:pt x="71437" y="30979"/>
                  <a:pt x="71538" y="27485"/>
                </a:quadBezTo>
                <a:lnTo>
                  <a:pt x="71538" y="8435"/>
                </a:lnTo>
                <a:quadBezTo>
                  <a:pt x="71437" y="4941"/>
                  <a:pt x="73979" y="2542"/>
                </a:quadBezTo>
                <a:quadBezTo>
                  <a:pt x="76379" y="0"/>
                  <a:pt x="79872" y="101"/>
                </a:quadBezTo>
                <a:quadBezTo>
                  <a:pt x="83366" y="0"/>
                  <a:pt x="85766" y="2542"/>
                </a:quadBezTo>
                <a:quadBezTo>
                  <a:pt x="88307" y="4941"/>
                  <a:pt x="88207" y="8435"/>
                </a:quadBezTo>
                <a:close/>
                <a:moveTo>
                  <a:pt x="36832" y="48618"/>
                </a:moveTo>
                <a:lnTo>
                  <a:pt x="23497" y="35283"/>
                </a:lnTo>
                <a:quadBezTo>
                  <a:pt x="20955" y="32884"/>
                  <a:pt x="21056" y="29390"/>
                </a:quadBezTo>
                <a:quadBezTo>
                  <a:pt x="20955" y="25896"/>
                  <a:pt x="23497" y="23497"/>
                </a:quadBezTo>
                <a:quadBezTo>
                  <a:pt x="25896" y="20955"/>
                  <a:pt x="29390" y="21056"/>
                </a:quadBezTo>
                <a:quadBezTo>
                  <a:pt x="32884" y="20955"/>
                  <a:pt x="35283" y="23497"/>
                </a:quadBezTo>
                <a:lnTo>
                  <a:pt x="48618" y="36832"/>
                </a:lnTo>
                <a:quadBezTo>
                  <a:pt x="51160" y="39231"/>
                  <a:pt x="51059" y="42725"/>
                </a:quadBezTo>
                <a:quadBezTo>
                  <a:pt x="51160" y="46219"/>
                  <a:pt x="48618" y="48618"/>
                </a:quadBezTo>
                <a:quadBezTo>
                  <a:pt x="46219" y="51160"/>
                  <a:pt x="42725" y="51059"/>
                </a:quadBezTo>
                <a:quadBezTo>
                  <a:pt x="39231" y="51160"/>
                  <a:pt x="36832" y="48618"/>
                </a:quadBezTo>
                <a:close/>
                <a:moveTo>
                  <a:pt x="136248" y="35283"/>
                </a:moveTo>
                <a:lnTo>
                  <a:pt x="122913" y="48618"/>
                </a:lnTo>
                <a:quadBezTo>
                  <a:pt x="120514" y="51160"/>
                  <a:pt x="117020" y="51059"/>
                </a:quadBezTo>
                <a:quadBezTo>
                  <a:pt x="113526" y="51160"/>
                  <a:pt x="111127" y="48618"/>
                </a:quadBezTo>
                <a:quadBezTo>
                  <a:pt x="108585" y="46219"/>
                  <a:pt x="108686" y="42725"/>
                </a:quadBezTo>
                <a:quadBezTo>
                  <a:pt x="108585" y="39231"/>
                  <a:pt x="111127" y="36832"/>
                </a:quadBezTo>
                <a:lnTo>
                  <a:pt x="124462" y="23497"/>
                </a:lnTo>
                <a:quadBezTo>
                  <a:pt x="126861" y="20955"/>
                  <a:pt x="130355" y="21056"/>
                </a:quadBezTo>
                <a:quadBezTo>
                  <a:pt x="133849" y="20955"/>
                  <a:pt x="136248" y="23497"/>
                </a:quadBezTo>
                <a:quadBezTo>
                  <a:pt x="138790" y="25896"/>
                  <a:pt x="138689" y="29390"/>
                </a:quadBezTo>
                <a:quadBezTo>
                  <a:pt x="138790" y="32884"/>
                  <a:pt x="136248" y="35283"/>
                </a:quadBezTo>
                <a:close/>
                <a:moveTo>
                  <a:pt x="27485" y="88207"/>
                </a:moveTo>
                <a:lnTo>
                  <a:pt x="8435" y="88207"/>
                </a:lnTo>
                <a:quadBezTo>
                  <a:pt x="4941" y="88307"/>
                  <a:pt x="2542" y="85766"/>
                </a:quadBezTo>
                <a:quadBezTo>
                  <a:pt x="0" y="83366"/>
                  <a:pt x="101" y="79872"/>
                </a:quadBezTo>
                <a:quadBezTo>
                  <a:pt x="0" y="76379"/>
                  <a:pt x="2542" y="73979"/>
                </a:quadBezTo>
                <a:quadBezTo>
                  <a:pt x="4941" y="71437"/>
                  <a:pt x="8435" y="71538"/>
                </a:quadBezTo>
                <a:lnTo>
                  <a:pt x="27485" y="71538"/>
                </a:lnTo>
                <a:quadBezTo>
                  <a:pt x="30979" y="71437"/>
                  <a:pt x="33378" y="73979"/>
                </a:quadBezTo>
                <a:quadBezTo>
                  <a:pt x="35920" y="76379"/>
                  <a:pt x="35819" y="79872"/>
                </a:quadBezTo>
                <a:quadBezTo>
                  <a:pt x="35920" y="83366"/>
                  <a:pt x="33378" y="85766"/>
                </a:quadBezTo>
                <a:quadBezTo>
                  <a:pt x="30979" y="88307"/>
                  <a:pt x="27485" y="88207"/>
                </a:quadBezTo>
                <a:close/>
                <a:moveTo>
                  <a:pt x="151310" y="88207"/>
                </a:moveTo>
                <a:lnTo>
                  <a:pt x="132260" y="88207"/>
                </a:lnTo>
                <a:quadBezTo>
                  <a:pt x="128766" y="88307"/>
                  <a:pt x="126367" y="85766"/>
                </a:quadBezTo>
                <a:quadBezTo>
                  <a:pt x="123825" y="83366"/>
                  <a:pt x="123926" y="79872"/>
                </a:quadBezTo>
                <a:quadBezTo>
                  <a:pt x="123825" y="76379"/>
                  <a:pt x="126367" y="73979"/>
                </a:quadBezTo>
                <a:quadBezTo>
                  <a:pt x="128766" y="71437"/>
                  <a:pt x="132260" y="71538"/>
                </a:quadBezTo>
                <a:lnTo>
                  <a:pt x="151310" y="71538"/>
                </a:lnTo>
                <a:quadBezTo>
                  <a:pt x="154804" y="71437"/>
                  <a:pt x="157203" y="73979"/>
                </a:quadBezTo>
                <a:quadBezTo>
                  <a:pt x="159745" y="76379"/>
                  <a:pt x="159644" y="79872"/>
                </a:quadBezTo>
                <a:quadBezTo>
                  <a:pt x="159745" y="83366"/>
                  <a:pt x="157203" y="85766"/>
                </a:quadBezTo>
                <a:quadBezTo>
                  <a:pt x="154804" y="88307"/>
                  <a:pt x="151310" y="88207"/>
                </a:quadBezTo>
                <a:close/>
                <a:moveTo>
                  <a:pt x="48618" y="122913"/>
                </a:moveTo>
                <a:lnTo>
                  <a:pt x="35283" y="136248"/>
                </a:lnTo>
                <a:quadBezTo>
                  <a:pt x="32884" y="138790"/>
                  <a:pt x="29390" y="138689"/>
                </a:quadBezTo>
                <a:quadBezTo>
                  <a:pt x="25896" y="138790"/>
                  <a:pt x="23497" y="136248"/>
                </a:quadBezTo>
                <a:quadBezTo>
                  <a:pt x="20955" y="133849"/>
                  <a:pt x="21056" y="130355"/>
                </a:quadBezTo>
                <a:quadBezTo>
                  <a:pt x="20955" y="126861"/>
                  <a:pt x="23497" y="124462"/>
                </a:quadBezTo>
                <a:lnTo>
                  <a:pt x="36832" y="111127"/>
                </a:lnTo>
                <a:quadBezTo>
                  <a:pt x="39231" y="108585"/>
                  <a:pt x="42725" y="108686"/>
                </a:quadBezTo>
                <a:quadBezTo>
                  <a:pt x="46219" y="108585"/>
                  <a:pt x="48618" y="111127"/>
                </a:quadBezTo>
                <a:quadBezTo>
                  <a:pt x="51160" y="113526"/>
                  <a:pt x="51059" y="117020"/>
                </a:quadBezTo>
                <a:quadBezTo>
                  <a:pt x="51160" y="120514"/>
                  <a:pt x="48618" y="122913"/>
                </a:quadBezTo>
                <a:close/>
                <a:moveTo>
                  <a:pt x="124462" y="136248"/>
                </a:moveTo>
                <a:lnTo>
                  <a:pt x="111127" y="122913"/>
                </a:lnTo>
                <a:quadBezTo>
                  <a:pt x="108585" y="120514"/>
                  <a:pt x="108686" y="117020"/>
                </a:quadBezTo>
                <a:quadBezTo>
                  <a:pt x="108585" y="113526"/>
                  <a:pt x="111127" y="111127"/>
                </a:quadBezTo>
                <a:quadBezTo>
                  <a:pt x="113526" y="108585"/>
                  <a:pt x="117020" y="108686"/>
                </a:quadBezTo>
                <a:quadBezTo>
                  <a:pt x="120514" y="108585"/>
                  <a:pt x="122913" y="111127"/>
                </a:quadBezTo>
                <a:lnTo>
                  <a:pt x="136248" y="124462"/>
                </a:lnTo>
                <a:quadBezTo>
                  <a:pt x="138790" y="126861"/>
                  <a:pt x="138689" y="130355"/>
                </a:quadBezTo>
                <a:quadBezTo>
                  <a:pt x="138790" y="133849"/>
                  <a:pt x="136248" y="136248"/>
                </a:quadBezTo>
                <a:quadBezTo>
                  <a:pt x="133849" y="138790"/>
                  <a:pt x="130355" y="138689"/>
                </a:quadBezTo>
                <a:quadBezTo>
                  <a:pt x="126861" y="138790"/>
                  <a:pt x="124462" y="136248"/>
                </a:quadBezTo>
                <a:close/>
                <a:moveTo>
                  <a:pt x="88207" y="132260"/>
                </a:moveTo>
                <a:lnTo>
                  <a:pt x="88207" y="151310"/>
                </a:lnTo>
                <a:quadBezTo>
                  <a:pt x="88307" y="154804"/>
                  <a:pt x="85766" y="157203"/>
                </a:quadBezTo>
                <a:quadBezTo>
                  <a:pt x="83366" y="159745"/>
                  <a:pt x="79872" y="159644"/>
                </a:quadBezTo>
                <a:quadBezTo>
                  <a:pt x="76379" y="159745"/>
                  <a:pt x="73979" y="157203"/>
                </a:quadBezTo>
                <a:quadBezTo>
                  <a:pt x="71437" y="154804"/>
                  <a:pt x="71538" y="151310"/>
                </a:quadBezTo>
                <a:lnTo>
                  <a:pt x="71538" y="132260"/>
                </a:lnTo>
                <a:quadBezTo>
                  <a:pt x="71437" y="128766"/>
                  <a:pt x="73979" y="126367"/>
                </a:quadBezTo>
                <a:quadBezTo>
                  <a:pt x="76379" y="123825"/>
                  <a:pt x="79872" y="123926"/>
                </a:quadBezTo>
                <a:quadBezTo>
                  <a:pt x="83366" y="123825"/>
                  <a:pt x="85766" y="126367"/>
                </a:quadBezTo>
                <a:quadBezTo>
                  <a:pt x="88307" y="128766"/>
                  <a:pt x="88207" y="132260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"/>
          <p:cNvSpPr/>
          <p:nvPr/>
        </p:nvSpPr>
        <p:spPr>
          <a:xfrm>
            <a:off x="4057650" y="4305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Path"/>
          <p:cNvSpPr/>
          <p:nvPr/>
        </p:nvSpPr>
        <p:spPr>
          <a:xfrm>
            <a:off x="4220702" y="4468054"/>
            <a:ext cx="140658" cy="141217"/>
          </a:xfrm>
          <a:custGeom>
            <a:avLst/>
            <a:gdLst/>
            <a:ahLst/>
            <a:cxnLst/>
            <a:rect l="0" t="0" r="r" b="b"/>
            <a:pathLst>
              <a:path w="140658" h="141217">
                <a:moveTo>
                  <a:pt x="67148" y="14079"/>
                </a:moveTo>
                <a:lnTo>
                  <a:pt x="26368" y="62274"/>
                </a:lnTo>
                <a:lnTo>
                  <a:pt x="132223" y="62274"/>
                </a:lnTo>
                <a:quadBezTo>
                  <a:pt x="135717" y="62174"/>
                  <a:pt x="138117" y="64715"/>
                </a:quadBezTo>
                <a:quadBezTo>
                  <a:pt x="140658" y="67115"/>
                  <a:pt x="140558" y="70608"/>
                </a:quadBezTo>
                <a:quadBezTo>
                  <a:pt x="140658" y="74102"/>
                  <a:pt x="138117" y="76502"/>
                </a:quadBezTo>
                <a:quadBezTo>
                  <a:pt x="135717" y="79043"/>
                  <a:pt x="132223" y="78943"/>
                </a:quadBezTo>
                <a:lnTo>
                  <a:pt x="26368" y="78943"/>
                </a:lnTo>
                <a:lnTo>
                  <a:pt x="67148" y="127137"/>
                </a:lnTo>
                <a:quadBezTo>
                  <a:pt x="69482" y="129740"/>
                  <a:pt x="69092" y="133213"/>
                </a:quadBezTo>
                <a:quadBezTo>
                  <a:pt x="68902" y="136703"/>
                  <a:pt x="66169" y="138883"/>
                </a:quadBezTo>
                <a:quadBezTo>
                  <a:pt x="63567" y="141217"/>
                  <a:pt x="60094" y="140827"/>
                </a:quadBezTo>
                <a:quadBezTo>
                  <a:pt x="56604" y="140637"/>
                  <a:pt x="54424" y="137904"/>
                </a:quadBezTo>
                <a:lnTo>
                  <a:pt x="2036" y="75992"/>
                </a:lnTo>
                <a:quadBezTo>
                  <a:pt x="0" y="73685"/>
                  <a:pt x="64" y="70608"/>
                </a:quadBezTo>
                <a:quadBezTo>
                  <a:pt x="0" y="67532"/>
                  <a:pt x="2036" y="65225"/>
                </a:quadBezTo>
                <a:lnTo>
                  <a:pt x="54424" y="3312"/>
                </a:lnTo>
                <a:quadBezTo>
                  <a:pt x="56604" y="580"/>
                  <a:pt x="60094" y="390"/>
                </a:quadBezTo>
                <a:quadBezTo>
                  <a:pt x="63567" y="0"/>
                  <a:pt x="66169" y="2334"/>
                </a:quadBezTo>
                <a:quadBezTo>
                  <a:pt x="68902" y="4514"/>
                  <a:pt x="69092" y="8004"/>
                </a:quadBezTo>
                <a:quadBezTo>
                  <a:pt x="69482" y="11477"/>
                  <a:pt x="67148" y="14079"/>
                </a:quadBezTo>
                <a:close/>
              </a:path>
            </a:pathLst>
          </a:custGeom>
          <a:solidFill>
            <a:srgbClr val="2446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"/>
          <p:cNvSpPr/>
          <p:nvPr/>
        </p:nvSpPr>
        <p:spPr>
          <a:xfrm>
            <a:off x="4610100" y="4305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Path"/>
          <p:cNvSpPr/>
          <p:nvPr/>
        </p:nvSpPr>
        <p:spPr>
          <a:xfrm>
            <a:off x="4754166" y="4458891"/>
            <a:ext cx="121444" cy="154781"/>
          </a:xfrm>
          <a:custGeom>
            <a:avLst/>
            <a:gdLst/>
            <a:ahLst/>
            <a:cxnLst/>
            <a:rect l="0" t="0" r="r" b="b"/>
            <a:pathLst>
              <a:path w="121444" h="154781">
                <a:moveTo>
                  <a:pt x="98822" y="0"/>
                </a:moveTo>
                <a:quadBezTo>
                  <a:pt x="108192" y="0"/>
                  <a:pt x="114818" y="6626"/>
                </a:quadBezTo>
                <a:quadBezTo>
                  <a:pt x="121444" y="13252"/>
                  <a:pt x="121444" y="22622"/>
                </a:quadBezTo>
                <a:lnTo>
                  <a:pt x="121444" y="132159"/>
                </a:lnTo>
                <a:quadBezTo>
                  <a:pt x="121444" y="141530"/>
                  <a:pt x="114818" y="148155"/>
                </a:quadBezTo>
                <a:quadBezTo>
                  <a:pt x="108192" y="154781"/>
                  <a:pt x="98822" y="154781"/>
                </a:quadBezTo>
                <a:lnTo>
                  <a:pt x="22622" y="154781"/>
                </a:lnTo>
                <a:quadBezTo>
                  <a:pt x="13252" y="154781"/>
                  <a:pt x="6626" y="148155"/>
                </a:quadBezTo>
                <a:quadBezTo>
                  <a:pt x="0" y="141530"/>
                  <a:pt x="0" y="132159"/>
                </a:quadBezTo>
                <a:lnTo>
                  <a:pt x="0" y="22622"/>
                </a:lnTo>
                <a:quadBezTo>
                  <a:pt x="0" y="13252"/>
                  <a:pt x="6626" y="6626"/>
                </a:quadBezTo>
                <a:quadBezTo>
                  <a:pt x="13252" y="0"/>
                  <a:pt x="22622" y="0"/>
                </a:quadBezTo>
                <a:lnTo>
                  <a:pt x="98822" y="0"/>
                </a:lnTo>
                <a:close/>
                <a:moveTo>
                  <a:pt x="98822" y="16669"/>
                </a:moveTo>
                <a:lnTo>
                  <a:pt x="22622" y="16669"/>
                </a:lnTo>
                <a:quadBezTo>
                  <a:pt x="20156" y="16669"/>
                  <a:pt x="18412" y="18412"/>
                </a:quadBezTo>
                <a:quadBezTo>
                  <a:pt x="16669" y="20156"/>
                  <a:pt x="16669" y="22622"/>
                </a:quadBezTo>
                <a:lnTo>
                  <a:pt x="16669" y="132159"/>
                </a:lnTo>
                <a:quadBezTo>
                  <a:pt x="16669" y="134625"/>
                  <a:pt x="18412" y="136369"/>
                </a:quadBezTo>
                <a:quadBezTo>
                  <a:pt x="20156" y="138113"/>
                  <a:pt x="22622" y="138113"/>
                </a:quadBezTo>
                <a:lnTo>
                  <a:pt x="98822" y="138113"/>
                </a:lnTo>
                <a:quadBezTo>
                  <a:pt x="101288" y="138113"/>
                  <a:pt x="103031" y="136369"/>
                </a:quadBezTo>
                <a:quadBezTo>
                  <a:pt x="104775" y="134625"/>
                  <a:pt x="104775" y="132159"/>
                </a:quadBezTo>
                <a:lnTo>
                  <a:pt x="104775" y="22622"/>
                </a:lnTo>
                <a:quadBezTo>
                  <a:pt x="104775" y="20156"/>
                  <a:pt x="103031" y="18412"/>
                </a:quadBezTo>
                <a:quadBezTo>
                  <a:pt x="101288" y="16669"/>
                  <a:pt x="98822" y="16669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Path"/>
          <p:cNvSpPr/>
          <p:nvPr/>
        </p:nvSpPr>
        <p:spPr>
          <a:xfrm>
            <a:off x="4858840" y="4496890"/>
            <a:ext cx="64495" cy="74020"/>
          </a:xfrm>
          <a:custGeom>
            <a:avLst/>
            <a:gdLst/>
            <a:ahLst/>
            <a:cxnLst/>
            <a:rect l="0" t="0" r="r" b="b"/>
            <a:pathLst>
              <a:path w="64495" h="74020">
                <a:moveTo>
                  <a:pt x="8435" y="101"/>
                </a:moveTo>
                <a:lnTo>
                  <a:pt x="56060" y="101"/>
                </a:lnTo>
                <a:quadBezTo>
                  <a:pt x="59554" y="0"/>
                  <a:pt x="61953" y="2542"/>
                </a:quadBezTo>
                <a:quadBezTo>
                  <a:pt x="64495" y="4941"/>
                  <a:pt x="64394" y="8435"/>
                </a:quadBezTo>
                <a:quadBezTo>
                  <a:pt x="64495" y="11929"/>
                  <a:pt x="61953" y="14328"/>
                </a:quadBezTo>
                <a:quadBezTo>
                  <a:pt x="59554" y="16870"/>
                  <a:pt x="56060" y="16769"/>
                </a:quadBezTo>
                <a:lnTo>
                  <a:pt x="8435" y="16769"/>
                </a:lnTo>
                <a:quadBezTo>
                  <a:pt x="4941" y="16870"/>
                  <a:pt x="2542" y="14328"/>
                </a:quadBezTo>
                <a:quadBezTo>
                  <a:pt x="0" y="11929"/>
                  <a:pt x="101" y="8435"/>
                </a:quadBezTo>
                <a:quadBezTo>
                  <a:pt x="0" y="4941"/>
                  <a:pt x="2542" y="2542"/>
                </a:quadBezTo>
                <a:quadBezTo>
                  <a:pt x="4941" y="0"/>
                  <a:pt x="8435" y="101"/>
                </a:quadBezTo>
                <a:close/>
                <a:moveTo>
                  <a:pt x="8435" y="28676"/>
                </a:moveTo>
                <a:lnTo>
                  <a:pt x="56060" y="28676"/>
                </a:lnTo>
                <a:quadBezTo>
                  <a:pt x="59554" y="28575"/>
                  <a:pt x="61953" y="31117"/>
                </a:quadBezTo>
                <a:quadBezTo>
                  <a:pt x="64495" y="33516"/>
                  <a:pt x="64394" y="37010"/>
                </a:quadBezTo>
                <a:quadBezTo>
                  <a:pt x="64495" y="40504"/>
                  <a:pt x="61953" y="42903"/>
                </a:quadBezTo>
                <a:quadBezTo>
                  <a:pt x="59554" y="45445"/>
                  <a:pt x="56060" y="45344"/>
                </a:quadBezTo>
                <a:lnTo>
                  <a:pt x="8435" y="45344"/>
                </a:lnTo>
                <a:quadBezTo>
                  <a:pt x="4941" y="45445"/>
                  <a:pt x="2542" y="42903"/>
                </a:quadBezTo>
                <a:quadBezTo>
                  <a:pt x="0" y="40504"/>
                  <a:pt x="101" y="37010"/>
                </a:quadBezTo>
                <a:quadBezTo>
                  <a:pt x="0" y="33516"/>
                  <a:pt x="2542" y="31117"/>
                </a:quadBezTo>
                <a:quadBezTo>
                  <a:pt x="4941" y="28575"/>
                  <a:pt x="8435" y="28676"/>
                </a:quadBezTo>
                <a:close/>
                <a:moveTo>
                  <a:pt x="8435" y="57251"/>
                </a:moveTo>
                <a:lnTo>
                  <a:pt x="37010" y="57251"/>
                </a:lnTo>
                <a:quadBezTo>
                  <a:pt x="40504" y="57150"/>
                  <a:pt x="42903" y="59692"/>
                </a:quadBezTo>
                <a:quadBezTo>
                  <a:pt x="45445" y="62091"/>
                  <a:pt x="45344" y="65585"/>
                </a:quadBezTo>
                <a:quadBezTo>
                  <a:pt x="45445" y="69079"/>
                  <a:pt x="42903" y="71478"/>
                </a:quadBezTo>
                <a:quadBezTo>
                  <a:pt x="40504" y="74020"/>
                  <a:pt x="37010" y="73919"/>
                </a:quadBezTo>
                <a:lnTo>
                  <a:pt x="8435" y="73919"/>
                </a:lnTo>
                <a:quadBezTo>
                  <a:pt x="4941" y="74020"/>
                  <a:pt x="2542" y="71478"/>
                </a:quadBezTo>
                <a:quadBezTo>
                  <a:pt x="0" y="69079"/>
                  <a:pt x="101" y="65585"/>
                </a:quadBezTo>
                <a:quadBezTo>
                  <a:pt x="0" y="62091"/>
                  <a:pt x="2542" y="59692"/>
                </a:quadBezTo>
                <a:quadBezTo>
                  <a:pt x="4941" y="57150"/>
                  <a:pt x="8435" y="57251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"/>
          <p:cNvSpPr/>
          <p:nvPr/>
        </p:nvSpPr>
        <p:spPr>
          <a:xfrm>
            <a:off x="5162550" y="4305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Path"/>
          <p:cNvSpPr/>
          <p:nvPr/>
        </p:nvSpPr>
        <p:spPr>
          <a:xfrm>
            <a:off x="5249365" y="4506503"/>
            <a:ext cx="140695" cy="64406"/>
          </a:xfrm>
          <a:custGeom>
            <a:avLst/>
            <a:gdLst/>
            <a:ahLst/>
            <a:cxnLst/>
            <a:rect l="0" t="0" r="r" b="b"/>
            <a:pathLst>
              <a:path w="140695" h="64406">
                <a:moveTo>
                  <a:pt x="101" y="22634"/>
                </a:moveTo>
                <a:quadBezTo>
                  <a:pt x="101" y="13264"/>
                  <a:pt x="6726" y="6638"/>
                </a:quadBezTo>
                <a:quadBezTo>
                  <a:pt x="13352" y="12"/>
                  <a:pt x="22722" y="12"/>
                </a:quadBezTo>
                <a:lnTo>
                  <a:pt x="56060" y="12"/>
                </a:lnTo>
                <a:quadBezTo>
                  <a:pt x="58030" y="0"/>
                  <a:pt x="59787" y="892"/>
                </a:quadBezTo>
                <a:quadBezTo>
                  <a:pt x="61555" y="1762"/>
                  <a:pt x="62727" y="3346"/>
                </a:quadBezTo>
                <a:lnTo>
                  <a:pt x="74515" y="19062"/>
                </a:lnTo>
                <a:lnTo>
                  <a:pt x="117972" y="19062"/>
                </a:lnTo>
                <a:quadBezTo>
                  <a:pt x="127343" y="19062"/>
                  <a:pt x="133969" y="25688"/>
                </a:quadBezTo>
                <a:quadBezTo>
                  <a:pt x="140594" y="32314"/>
                  <a:pt x="140594" y="41684"/>
                </a:quadBezTo>
                <a:lnTo>
                  <a:pt x="140594" y="55971"/>
                </a:lnTo>
                <a:quadBezTo>
                  <a:pt x="140695" y="59465"/>
                  <a:pt x="138153" y="61865"/>
                </a:quadBezTo>
                <a:quadBezTo>
                  <a:pt x="135754" y="64406"/>
                  <a:pt x="132260" y="64306"/>
                </a:quadBezTo>
                <a:quadBezTo>
                  <a:pt x="128766" y="64406"/>
                  <a:pt x="126367" y="61865"/>
                </a:quadBezTo>
                <a:quadBezTo>
                  <a:pt x="123825" y="59465"/>
                  <a:pt x="123926" y="55971"/>
                </a:quadBezTo>
                <a:lnTo>
                  <a:pt x="123926" y="41684"/>
                </a:lnTo>
                <a:quadBezTo>
                  <a:pt x="123926" y="39218"/>
                  <a:pt x="122182" y="37474"/>
                </a:quadBezTo>
                <a:quadBezTo>
                  <a:pt x="120438" y="35731"/>
                  <a:pt x="117972" y="35731"/>
                </a:quadBezTo>
                <a:lnTo>
                  <a:pt x="70347" y="35731"/>
                </a:lnTo>
                <a:quadBezTo>
                  <a:pt x="68377" y="35743"/>
                  <a:pt x="66620" y="34851"/>
                </a:quadBezTo>
                <a:quadBezTo>
                  <a:pt x="64852" y="33981"/>
                  <a:pt x="63680" y="32397"/>
                </a:quadBezTo>
                <a:lnTo>
                  <a:pt x="51893" y="16681"/>
                </a:lnTo>
                <a:lnTo>
                  <a:pt x="22722" y="16681"/>
                </a:lnTo>
                <a:quadBezTo>
                  <a:pt x="20257" y="16681"/>
                  <a:pt x="18513" y="18424"/>
                </a:quadBezTo>
                <a:quadBezTo>
                  <a:pt x="16769" y="20168"/>
                  <a:pt x="16769" y="22634"/>
                </a:quadBezTo>
                <a:quadBezTo>
                  <a:pt x="16870" y="26128"/>
                  <a:pt x="14328" y="28527"/>
                </a:quadBezTo>
                <a:quadBezTo>
                  <a:pt x="11929" y="31069"/>
                  <a:pt x="8435" y="30968"/>
                </a:quadBezTo>
                <a:quadBezTo>
                  <a:pt x="4941" y="31069"/>
                  <a:pt x="2542" y="28527"/>
                </a:quadBezTo>
                <a:quadBezTo>
                  <a:pt x="0" y="26128"/>
                  <a:pt x="101" y="22634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ath"/>
          <p:cNvSpPr/>
          <p:nvPr/>
        </p:nvSpPr>
        <p:spPr>
          <a:xfrm>
            <a:off x="5373191" y="4487365"/>
            <a:ext cx="116782" cy="88207"/>
          </a:xfrm>
          <a:custGeom>
            <a:avLst/>
            <a:gdLst/>
            <a:ahLst/>
            <a:cxnLst/>
            <a:rect l="0" t="0" r="r" b="b"/>
            <a:pathLst>
              <a:path w="116782" h="88207">
                <a:moveTo>
                  <a:pt x="94160" y="101"/>
                </a:moveTo>
                <a:quadBezTo>
                  <a:pt x="103530" y="101"/>
                  <a:pt x="110156" y="6726"/>
                </a:quadBezTo>
                <a:quadBezTo>
                  <a:pt x="116782" y="13352"/>
                  <a:pt x="116782" y="22722"/>
                </a:quadBezTo>
                <a:lnTo>
                  <a:pt x="116782" y="65585"/>
                </a:lnTo>
                <a:quadBezTo>
                  <a:pt x="116782" y="74955"/>
                  <a:pt x="110156" y="81581"/>
                </a:quadBezTo>
                <a:quadBezTo>
                  <a:pt x="103530" y="88207"/>
                  <a:pt x="94160" y="88207"/>
                </a:quadBezTo>
                <a:lnTo>
                  <a:pt x="22722" y="88207"/>
                </a:lnTo>
                <a:quadBezTo>
                  <a:pt x="13352" y="88207"/>
                  <a:pt x="6726" y="81581"/>
                </a:quadBezTo>
                <a:quadBezTo>
                  <a:pt x="101" y="74955"/>
                  <a:pt x="101" y="65585"/>
                </a:quadBezTo>
                <a:lnTo>
                  <a:pt x="101" y="8435"/>
                </a:lnTo>
                <a:quadBezTo>
                  <a:pt x="0" y="4941"/>
                  <a:pt x="2542" y="2542"/>
                </a:quadBezTo>
                <a:quadBezTo>
                  <a:pt x="4941" y="0"/>
                  <a:pt x="8435" y="101"/>
                </a:quadBezTo>
                <a:lnTo>
                  <a:pt x="94160" y="101"/>
                </a:lnTo>
                <a:close/>
                <a:moveTo>
                  <a:pt x="94160" y="16769"/>
                </a:moveTo>
                <a:lnTo>
                  <a:pt x="16769" y="16769"/>
                </a:lnTo>
                <a:lnTo>
                  <a:pt x="16769" y="65585"/>
                </a:lnTo>
                <a:quadBezTo>
                  <a:pt x="16769" y="68051"/>
                  <a:pt x="18513" y="69794"/>
                </a:quadBezTo>
                <a:quadBezTo>
                  <a:pt x="20257" y="71538"/>
                  <a:pt x="22722" y="71538"/>
                </a:quadBezTo>
                <a:lnTo>
                  <a:pt x="94160" y="71538"/>
                </a:lnTo>
                <a:quadBezTo>
                  <a:pt x="96626" y="71538"/>
                  <a:pt x="98369" y="69794"/>
                </a:quadBezTo>
                <a:quadBezTo>
                  <a:pt x="100113" y="68051"/>
                  <a:pt x="100113" y="65585"/>
                </a:quadBezTo>
                <a:lnTo>
                  <a:pt x="100113" y="22722"/>
                </a:lnTo>
                <a:quadBezTo>
                  <a:pt x="100113" y="20257"/>
                  <a:pt x="98369" y="18513"/>
                </a:quadBezTo>
                <a:quadBezTo>
                  <a:pt x="96626" y="16769"/>
                  <a:pt x="94160" y="16769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Path"/>
          <p:cNvSpPr/>
          <p:nvPr/>
        </p:nvSpPr>
        <p:spPr>
          <a:xfrm>
            <a:off x="5478688" y="4507138"/>
            <a:ext cx="53524" cy="53524"/>
          </a:xfrm>
          <a:custGeom>
            <a:avLst/>
            <a:gdLst/>
            <a:ahLst/>
            <a:cxnLst/>
            <a:rect l="0" t="0" r="r" b="b"/>
            <a:pathLst>
              <a:path w="53524" h="53524">
                <a:moveTo>
                  <a:pt x="34382" y="7712"/>
                </a:moveTo>
                <a:lnTo>
                  <a:pt x="34382" y="19142"/>
                </a:lnTo>
                <a:lnTo>
                  <a:pt x="45812" y="19142"/>
                </a:lnTo>
                <a:quadBezTo>
                  <a:pt x="49006" y="19050"/>
                  <a:pt x="51200" y="21374"/>
                </a:quadBezTo>
                <a:quadBezTo>
                  <a:pt x="53524" y="23568"/>
                  <a:pt x="53432" y="26762"/>
                </a:quadBezTo>
                <a:quadBezTo>
                  <a:pt x="53524" y="29956"/>
                  <a:pt x="51200" y="32150"/>
                </a:quadBezTo>
                <a:quadBezTo>
                  <a:pt x="49006" y="34474"/>
                  <a:pt x="45812" y="34382"/>
                </a:quadBezTo>
                <a:lnTo>
                  <a:pt x="34382" y="34382"/>
                </a:lnTo>
                <a:lnTo>
                  <a:pt x="34382" y="45812"/>
                </a:lnTo>
                <a:quadBezTo>
                  <a:pt x="34474" y="49006"/>
                  <a:pt x="32150" y="51200"/>
                </a:quadBezTo>
                <a:quadBezTo>
                  <a:pt x="29956" y="53524"/>
                  <a:pt x="26762" y="53432"/>
                </a:quadBezTo>
                <a:quadBezTo>
                  <a:pt x="23568" y="53524"/>
                  <a:pt x="21374" y="51200"/>
                </a:quadBezTo>
                <a:quadBezTo>
                  <a:pt x="19050" y="49006"/>
                  <a:pt x="19142" y="45812"/>
                </a:quadBezTo>
                <a:lnTo>
                  <a:pt x="19142" y="34382"/>
                </a:lnTo>
                <a:lnTo>
                  <a:pt x="7712" y="34382"/>
                </a:lnTo>
                <a:quadBezTo>
                  <a:pt x="4518" y="34474"/>
                  <a:pt x="2324" y="32150"/>
                </a:quadBezTo>
                <a:quadBezTo>
                  <a:pt x="0" y="29956"/>
                  <a:pt x="92" y="26762"/>
                </a:quadBezTo>
                <a:quadBezTo>
                  <a:pt x="0" y="23568"/>
                  <a:pt x="2324" y="21374"/>
                </a:quadBezTo>
                <a:quadBezTo>
                  <a:pt x="4518" y="19050"/>
                  <a:pt x="7712" y="19142"/>
                </a:quadBezTo>
                <a:lnTo>
                  <a:pt x="19142" y="19142"/>
                </a:lnTo>
                <a:lnTo>
                  <a:pt x="19142" y="7712"/>
                </a:lnTo>
                <a:quadBezTo>
                  <a:pt x="19050" y="4518"/>
                  <a:pt x="21374" y="2324"/>
                </a:quadBezTo>
                <a:quadBezTo>
                  <a:pt x="23568" y="0"/>
                  <a:pt x="26762" y="92"/>
                </a:quadBezTo>
                <a:quadBezTo>
                  <a:pt x="29956" y="0"/>
                  <a:pt x="32150" y="2324"/>
                </a:quadBezTo>
                <a:quadBezTo>
                  <a:pt x="34474" y="4518"/>
                  <a:pt x="34382" y="7712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"/>
          <p:cNvSpPr/>
          <p:nvPr/>
        </p:nvSpPr>
        <p:spPr>
          <a:xfrm>
            <a:off x="4763" y="3833813"/>
            <a:ext cx="13706475" cy="1114425"/>
          </a:xfrm>
          <a:prstGeom prst="roundRect">
            <a:avLst>
              <a:gd name="adj" fmla="val 8119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"/>
          <p:cNvSpPr/>
          <p:nvPr/>
        </p:nvSpPr>
        <p:spPr>
          <a:xfrm>
            <a:off x="0" y="4953000"/>
            <a:ext cx="137160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Box"/>
          <p:cNvSpPr txBox="1"/>
          <p:nvPr/>
        </p:nvSpPr>
        <p:spPr>
          <a:xfrm>
            <a:off x="190500" y="5143500"/>
            <a:ext cx="32759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编辑器工具条 · 文字类沿用 B/I/U/S 字形（符合大众认知）</a:t>
            </a:r>
          </a:p>
        </p:txBody>
      </p:sp>
      <p:sp>
        <p:nvSpPr>
          <p:cNvPr id="66" name="Rectangle"/>
          <p:cNvSpPr/>
          <p:nvPr/>
        </p:nvSpPr>
        <p:spPr>
          <a:xfrm>
            <a:off x="190500" y="5429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Path"/>
          <p:cNvSpPr/>
          <p:nvPr/>
        </p:nvSpPr>
        <p:spPr>
          <a:xfrm>
            <a:off x="363040" y="5592265"/>
            <a:ext cx="106781" cy="140695"/>
          </a:xfrm>
          <a:custGeom>
            <a:avLst/>
            <a:gdLst/>
            <a:ahLst/>
            <a:cxnLst/>
            <a:rect l="0" t="0" r="r" b="b"/>
            <a:pathLst>
              <a:path w="106781" h="140695">
                <a:moveTo>
                  <a:pt x="88049" y="67721"/>
                </a:moveTo>
                <a:quadBezTo>
                  <a:pt x="91869" y="70118"/>
                  <a:pt x="95273" y="73521"/>
                </a:quadBezTo>
                <a:quadBezTo>
                  <a:pt x="106781" y="85029"/>
                  <a:pt x="106781" y="101304"/>
                </a:quadBezTo>
                <a:quadBezTo>
                  <a:pt x="106781" y="117578"/>
                  <a:pt x="95273" y="129086"/>
                </a:quadBezTo>
                <a:quadBezTo>
                  <a:pt x="83765" y="140594"/>
                  <a:pt x="67490" y="140594"/>
                </a:quadBezTo>
                <a:lnTo>
                  <a:pt x="8435" y="140594"/>
                </a:lnTo>
                <a:quadBezTo>
                  <a:pt x="4941" y="140695"/>
                  <a:pt x="2542" y="138153"/>
                </a:quadBezTo>
                <a:quadBezTo>
                  <a:pt x="0" y="135754"/>
                  <a:pt x="101" y="132260"/>
                </a:quadBezTo>
                <a:lnTo>
                  <a:pt x="101" y="8435"/>
                </a:lnTo>
                <a:quadBezTo>
                  <a:pt x="0" y="4941"/>
                  <a:pt x="2542" y="2542"/>
                </a:quadBezTo>
                <a:quadBezTo>
                  <a:pt x="4941" y="0"/>
                  <a:pt x="8435" y="101"/>
                </a:quadBezTo>
                <a:lnTo>
                  <a:pt x="60822" y="101"/>
                </a:lnTo>
                <a:quadBezTo>
                  <a:pt x="77097" y="101"/>
                  <a:pt x="88605" y="11609"/>
                </a:quadBezTo>
                <a:quadBezTo>
                  <a:pt x="100113" y="23116"/>
                  <a:pt x="100113" y="39391"/>
                </a:quadBezTo>
                <a:quadBezTo>
                  <a:pt x="100113" y="55666"/>
                  <a:pt x="88605" y="67174"/>
                </a:quadBezTo>
                <a:quadBezTo>
                  <a:pt x="88328" y="67451"/>
                  <a:pt x="88049" y="67721"/>
                </a:quadBezTo>
                <a:close/>
                <a:moveTo>
                  <a:pt x="76819" y="55387"/>
                </a:moveTo>
                <a:quadBezTo>
                  <a:pt x="83444" y="48761"/>
                  <a:pt x="83444" y="39391"/>
                </a:quadBezTo>
                <a:quadBezTo>
                  <a:pt x="83444" y="30021"/>
                  <a:pt x="76819" y="23395"/>
                </a:quadBezTo>
                <a:quadBezTo>
                  <a:pt x="70193" y="16769"/>
                  <a:pt x="60822" y="16769"/>
                </a:quadBezTo>
                <a:lnTo>
                  <a:pt x="16769" y="16769"/>
                </a:lnTo>
                <a:lnTo>
                  <a:pt x="16769" y="62013"/>
                </a:lnTo>
                <a:lnTo>
                  <a:pt x="60822" y="62013"/>
                </a:lnTo>
                <a:quadBezTo>
                  <a:pt x="70193" y="62013"/>
                  <a:pt x="76819" y="55387"/>
                </a:quadBezTo>
                <a:close/>
                <a:moveTo>
                  <a:pt x="16769" y="78682"/>
                </a:moveTo>
                <a:lnTo>
                  <a:pt x="16769" y="123926"/>
                </a:lnTo>
                <a:lnTo>
                  <a:pt x="67490" y="123926"/>
                </a:lnTo>
                <a:quadBezTo>
                  <a:pt x="76860" y="123926"/>
                  <a:pt x="83486" y="117300"/>
                </a:quadBezTo>
                <a:quadBezTo>
                  <a:pt x="90112" y="110674"/>
                  <a:pt x="90112" y="101304"/>
                </a:quadBezTo>
                <a:quadBezTo>
                  <a:pt x="90112" y="91933"/>
                  <a:pt x="83486" y="85308"/>
                </a:quadBezTo>
                <a:quadBezTo>
                  <a:pt x="76860" y="78682"/>
                  <a:pt x="67490" y="78682"/>
                </a:quadBezTo>
                <a:lnTo>
                  <a:pt x="16769" y="78682"/>
                </a:lnTo>
                <a:close/>
              </a:path>
            </a:pathLst>
          </a:custGeom>
          <a:solidFill>
            <a:srgbClr val="1A1A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"/>
          <p:cNvSpPr/>
          <p:nvPr/>
        </p:nvSpPr>
        <p:spPr>
          <a:xfrm>
            <a:off x="742950" y="5429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Path"/>
          <p:cNvSpPr/>
          <p:nvPr/>
        </p:nvSpPr>
        <p:spPr>
          <a:xfrm>
            <a:off x="925015" y="5592205"/>
            <a:ext cx="93070" cy="140814"/>
          </a:xfrm>
          <a:custGeom>
            <a:avLst/>
            <a:gdLst/>
            <a:ahLst/>
            <a:cxnLst/>
            <a:rect l="0" t="0" r="r" b="b"/>
            <a:pathLst>
              <a:path w="93070" h="140814">
                <a:moveTo>
                  <a:pt x="84635" y="160"/>
                </a:moveTo>
                <a:quadBezTo>
                  <a:pt x="88129" y="60"/>
                  <a:pt x="90528" y="2601"/>
                </a:quadBezTo>
                <a:quadBezTo>
                  <a:pt x="93070" y="5001"/>
                  <a:pt x="92969" y="8495"/>
                </a:quadBezTo>
                <a:quadBezTo>
                  <a:pt x="93070" y="11989"/>
                  <a:pt x="90528" y="14388"/>
                </a:quadBezTo>
                <a:quadBezTo>
                  <a:pt x="88129" y="16930"/>
                  <a:pt x="84635" y="16829"/>
                </a:quadBezTo>
                <a:lnTo>
                  <a:pt x="80834" y="16829"/>
                </a:lnTo>
                <a:lnTo>
                  <a:pt x="39620" y="123985"/>
                </a:lnTo>
                <a:lnTo>
                  <a:pt x="60822" y="123985"/>
                </a:lnTo>
                <a:quadBezTo>
                  <a:pt x="64316" y="123885"/>
                  <a:pt x="66716" y="126426"/>
                </a:quadBezTo>
                <a:quadBezTo>
                  <a:pt x="69257" y="128826"/>
                  <a:pt x="69157" y="132320"/>
                </a:quadBezTo>
                <a:quadBezTo>
                  <a:pt x="69257" y="135814"/>
                  <a:pt x="66716" y="138213"/>
                </a:quadBezTo>
                <a:quadBezTo>
                  <a:pt x="64316" y="140755"/>
                  <a:pt x="60822" y="140654"/>
                </a:quadBezTo>
                <a:lnTo>
                  <a:pt x="28584" y="140654"/>
                </a:lnTo>
                <a:quadBezTo>
                  <a:pt x="27520" y="140814"/>
                  <a:pt x="26448" y="140654"/>
                </a:quadBezTo>
                <a:lnTo>
                  <a:pt x="8435" y="140654"/>
                </a:lnTo>
                <a:quadBezTo>
                  <a:pt x="4941" y="140755"/>
                  <a:pt x="2542" y="138213"/>
                </a:quadBezTo>
                <a:quadBezTo>
                  <a:pt x="0" y="135814"/>
                  <a:pt x="101" y="132320"/>
                </a:quadBezTo>
                <a:quadBezTo>
                  <a:pt x="0" y="128826"/>
                  <a:pt x="2542" y="126426"/>
                </a:quadBezTo>
                <a:quadBezTo>
                  <a:pt x="4941" y="123885"/>
                  <a:pt x="8435" y="123985"/>
                </a:quadBezTo>
                <a:lnTo>
                  <a:pt x="21761" y="123985"/>
                </a:lnTo>
                <a:lnTo>
                  <a:pt x="62975" y="16829"/>
                </a:lnTo>
                <a:lnTo>
                  <a:pt x="32247" y="16829"/>
                </a:lnTo>
                <a:quadBezTo>
                  <a:pt x="28754" y="16930"/>
                  <a:pt x="26354" y="14388"/>
                </a:quadBezTo>
                <a:quadBezTo>
                  <a:pt x="23812" y="11989"/>
                  <a:pt x="23913" y="8495"/>
                </a:quadBezTo>
                <a:quadBezTo>
                  <a:pt x="23812" y="5001"/>
                  <a:pt x="26354" y="2601"/>
                </a:quadBezTo>
                <a:quadBezTo>
                  <a:pt x="28754" y="60"/>
                  <a:pt x="32247" y="160"/>
                </a:quadBezTo>
                <a:lnTo>
                  <a:pt x="74011" y="160"/>
                </a:lnTo>
                <a:quadBezTo>
                  <a:pt x="75075" y="0"/>
                  <a:pt x="76147" y="160"/>
                </a:quadBezTo>
                <a:lnTo>
                  <a:pt x="84635" y="160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"/>
          <p:cNvSpPr/>
          <p:nvPr/>
        </p:nvSpPr>
        <p:spPr>
          <a:xfrm>
            <a:off x="1295400" y="5429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Path"/>
          <p:cNvSpPr/>
          <p:nvPr/>
        </p:nvSpPr>
        <p:spPr>
          <a:xfrm>
            <a:off x="1458415" y="5592265"/>
            <a:ext cx="140695" cy="140695"/>
          </a:xfrm>
          <a:custGeom>
            <a:avLst/>
            <a:gdLst/>
            <a:ahLst/>
            <a:cxnLst/>
            <a:rect l="0" t="0" r="r" b="b"/>
            <a:pathLst>
              <a:path w="140695" h="140695">
                <a:moveTo>
                  <a:pt x="31057" y="65585"/>
                </a:moveTo>
                <a:quadBezTo>
                  <a:pt x="31057" y="81860"/>
                  <a:pt x="42565" y="93368"/>
                </a:quadBezTo>
                <a:quadBezTo>
                  <a:pt x="54073" y="104876"/>
                  <a:pt x="70347" y="104876"/>
                </a:quadBezTo>
                <a:quadBezTo>
                  <a:pt x="86622" y="104876"/>
                  <a:pt x="98130" y="93368"/>
                </a:quadBezTo>
                <a:quadBezTo>
                  <a:pt x="109638" y="81860"/>
                  <a:pt x="109638" y="65585"/>
                </a:quadBezTo>
                <a:lnTo>
                  <a:pt x="109638" y="8435"/>
                </a:lnTo>
                <a:quadBezTo>
                  <a:pt x="109538" y="4941"/>
                  <a:pt x="112079" y="2542"/>
                </a:quadBezTo>
                <a:quadBezTo>
                  <a:pt x="114479" y="0"/>
                  <a:pt x="117972" y="101"/>
                </a:quadBezTo>
                <a:quadBezTo>
                  <a:pt x="121466" y="0"/>
                  <a:pt x="123866" y="2542"/>
                </a:quadBezTo>
                <a:quadBezTo>
                  <a:pt x="126407" y="4941"/>
                  <a:pt x="126307" y="8435"/>
                </a:quadBezTo>
                <a:lnTo>
                  <a:pt x="126307" y="65585"/>
                </a:lnTo>
                <a:quadBezTo>
                  <a:pt x="126307" y="88764"/>
                  <a:pt x="109917" y="105154"/>
                </a:quadBezTo>
                <a:quadBezTo>
                  <a:pt x="93527" y="121544"/>
                  <a:pt x="70347" y="121544"/>
                </a:quadBezTo>
                <a:quadBezTo>
                  <a:pt x="47168" y="121544"/>
                  <a:pt x="30778" y="105154"/>
                </a:quadBezTo>
                <a:quadBezTo>
                  <a:pt x="14388" y="88764"/>
                  <a:pt x="14388" y="65585"/>
                </a:quadBezTo>
                <a:lnTo>
                  <a:pt x="14388" y="8435"/>
                </a:lnTo>
                <a:quadBezTo>
                  <a:pt x="14288" y="4941"/>
                  <a:pt x="16829" y="2542"/>
                </a:quadBezTo>
                <a:quadBezTo>
                  <a:pt x="19229" y="0"/>
                  <a:pt x="22722" y="101"/>
                </a:quadBezTo>
                <a:quadBezTo>
                  <a:pt x="26216" y="0"/>
                  <a:pt x="28616" y="2542"/>
                </a:quadBezTo>
                <a:quadBezTo>
                  <a:pt x="31157" y="4941"/>
                  <a:pt x="31057" y="8435"/>
                </a:quadBezTo>
                <a:lnTo>
                  <a:pt x="31057" y="65585"/>
                </a:lnTo>
                <a:close/>
                <a:moveTo>
                  <a:pt x="132260" y="123926"/>
                </a:moveTo>
                <a:quadBezTo>
                  <a:pt x="135754" y="123825"/>
                  <a:pt x="138153" y="126367"/>
                </a:quadBezTo>
                <a:quadBezTo>
                  <a:pt x="140695" y="128766"/>
                  <a:pt x="140594" y="132260"/>
                </a:quadBezTo>
                <a:quadBezTo>
                  <a:pt x="140695" y="135754"/>
                  <a:pt x="138153" y="138153"/>
                </a:quadBezTo>
                <a:quadBezTo>
                  <a:pt x="135754" y="140695"/>
                  <a:pt x="132260" y="140594"/>
                </a:quadBezTo>
                <a:lnTo>
                  <a:pt x="8435" y="140594"/>
                </a:lnTo>
                <a:quadBezTo>
                  <a:pt x="4941" y="140695"/>
                  <a:pt x="2542" y="138153"/>
                </a:quadBezTo>
                <a:quadBezTo>
                  <a:pt x="0" y="135754"/>
                  <a:pt x="101" y="132260"/>
                </a:quadBezTo>
                <a:quadBezTo>
                  <a:pt x="0" y="128766"/>
                  <a:pt x="2542" y="126367"/>
                </a:quadBezTo>
                <a:quadBezTo>
                  <a:pt x="4941" y="123825"/>
                  <a:pt x="8435" y="123926"/>
                </a:quadBezTo>
                <a:lnTo>
                  <a:pt x="132260" y="123926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"/>
          <p:cNvSpPr/>
          <p:nvPr/>
        </p:nvSpPr>
        <p:spPr>
          <a:xfrm>
            <a:off x="1847850" y="5429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Path"/>
          <p:cNvSpPr/>
          <p:nvPr/>
        </p:nvSpPr>
        <p:spPr>
          <a:xfrm>
            <a:off x="2001340" y="5592366"/>
            <a:ext cx="150220" cy="130969"/>
          </a:xfrm>
          <a:custGeom>
            <a:avLst/>
            <a:gdLst/>
            <a:ahLst/>
            <a:cxnLst/>
            <a:rect l="0" t="0" r="r" b="b"/>
            <a:pathLst>
              <a:path w="150220" h="130969">
                <a:moveTo>
                  <a:pt x="24188" y="9855"/>
                </a:moveTo>
                <a:quadBezTo>
                  <a:pt x="37480" y="0"/>
                  <a:pt x="56060" y="0"/>
                </a:quadBezTo>
                <a:quadBezTo>
                  <a:pt x="74514" y="0"/>
                  <a:pt x="87700" y="9093"/>
                </a:quadBezTo>
                <a:quadBezTo>
                  <a:pt x="102494" y="19297"/>
                  <a:pt x="102494" y="35004"/>
                </a:quadBezTo>
                <a:quadBezTo>
                  <a:pt x="102494" y="49747"/>
                  <a:pt x="86574" y="60511"/>
                </a:quadBezTo>
                <a:quadBezTo>
                  <a:pt x="85571" y="61189"/>
                  <a:pt x="84379" y="61913"/>
                </a:quadBezTo>
                <a:lnTo>
                  <a:pt x="141785" y="61913"/>
                </a:lnTo>
                <a:quadBezTo>
                  <a:pt x="145279" y="61812"/>
                  <a:pt x="147678" y="64354"/>
                </a:quadBezTo>
                <a:quadBezTo>
                  <a:pt x="150220" y="66753"/>
                  <a:pt x="150119" y="70247"/>
                </a:quadBezTo>
                <a:quadBezTo>
                  <a:pt x="150220" y="73741"/>
                  <a:pt x="147678" y="76140"/>
                </a:quadBezTo>
                <a:quadBezTo>
                  <a:pt x="145279" y="78682"/>
                  <a:pt x="141785" y="78581"/>
                </a:quadBezTo>
                <a:lnTo>
                  <a:pt x="48267" y="78581"/>
                </a:lnTo>
                <a:quadBezTo>
                  <a:pt x="38450" y="82969"/>
                  <a:pt x="34138" y="85837"/>
                </a:quadBezTo>
                <a:quadBezTo>
                  <a:pt x="26294" y="91053"/>
                  <a:pt x="26294" y="95964"/>
                </a:quadBezTo>
                <a:quadBezTo>
                  <a:pt x="26294" y="102592"/>
                  <a:pt x="33661" y="107891"/>
                </a:quadBezTo>
                <a:quadBezTo>
                  <a:pt x="42571" y="114300"/>
                  <a:pt x="56060" y="114300"/>
                </a:quadBezTo>
                <a:quadBezTo>
                  <a:pt x="71379" y="114300"/>
                  <a:pt x="80587" y="107394"/>
                </a:quadBezTo>
                <a:quadBezTo>
                  <a:pt x="83322" y="105218"/>
                  <a:pt x="86766" y="105811"/>
                </a:quadBezTo>
                <a:quadBezTo>
                  <a:pt x="90239" y="106206"/>
                  <a:pt x="92255" y="109061"/>
                </a:quadBezTo>
                <a:quadBezTo>
                  <a:pt x="94432" y="111796"/>
                  <a:pt x="93838" y="115241"/>
                </a:quadBezTo>
                <a:quadBezTo>
                  <a:pt x="93443" y="118714"/>
                  <a:pt x="90588" y="120729"/>
                </a:quadBezTo>
                <a:quadBezTo>
                  <a:pt x="76936" y="130969"/>
                  <a:pt x="56060" y="130969"/>
                </a:quadBezTo>
                <a:quadBezTo>
                  <a:pt x="37199" y="130969"/>
                  <a:pt x="23928" y="121423"/>
                </a:quadBezTo>
                <a:quadBezTo>
                  <a:pt x="9626" y="111135"/>
                  <a:pt x="9626" y="95964"/>
                </a:quadBezTo>
                <a:quadBezTo>
                  <a:pt x="9626" y="86393"/>
                  <a:pt x="16930" y="78581"/>
                </a:quadBezTo>
                <a:lnTo>
                  <a:pt x="8435" y="78581"/>
                </a:lnTo>
                <a:quadBezTo>
                  <a:pt x="4941" y="78682"/>
                  <a:pt x="2542" y="76140"/>
                </a:quadBezTo>
                <a:quadBezTo>
                  <a:pt x="0" y="73741"/>
                  <a:pt x="101" y="70247"/>
                </a:quadBezTo>
                <a:quadBezTo>
                  <a:pt x="0" y="66753"/>
                  <a:pt x="2542" y="64354"/>
                </a:quadBezTo>
                <a:quadBezTo>
                  <a:pt x="4941" y="61812"/>
                  <a:pt x="8435" y="61913"/>
                </a:quadBezTo>
                <a:lnTo>
                  <a:pt x="44772" y="61913"/>
                </a:lnTo>
                <a:quadBezTo>
                  <a:pt x="48138" y="60450"/>
                  <a:pt x="51961" y="58874"/>
                </a:quadBezTo>
                <a:quadBezTo>
                  <a:pt x="70606" y="51186"/>
                  <a:pt x="77238" y="46703"/>
                </a:quadBezTo>
                <a:quadBezTo>
                  <a:pt x="85826" y="40896"/>
                  <a:pt x="85826" y="35004"/>
                </a:quadBezTo>
                <a:quadBezTo>
                  <a:pt x="85826" y="28049"/>
                  <a:pt x="78236" y="22815"/>
                </a:quadBezTo>
                <a:quadBezTo>
                  <a:pt x="69324" y="16669"/>
                  <a:pt x="56060" y="16669"/>
                </a:quadBezTo>
                <a:quadBezTo>
                  <a:pt x="42985" y="16669"/>
                  <a:pt x="34115" y="23245"/>
                </a:quadBezTo>
                <a:quadBezTo>
                  <a:pt x="26294" y="29043"/>
                  <a:pt x="26294" y="36909"/>
                </a:quadBezTo>
                <a:quadBezTo>
                  <a:pt x="26395" y="40403"/>
                  <a:pt x="23853" y="42803"/>
                </a:quadBezTo>
                <a:quadBezTo>
                  <a:pt x="21454" y="45344"/>
                  <a:pt x="17960" y="45244"/>
                </a:quadBezTo>
                <a:quadBezTo>
                  <a:pt x="14466" y="45344"/>
                  <a:pt x="12067" y="42803"/>
                </a:quadBezTo>
                <a:quadBezTo>
                  <a:pt x="9525" y="40403"/>
                  <a:pt x="9626" y="36909"/>
                </a:quadBezTo>
                <a:quadBezTo>
                  <a:pt x="9626" y="20651"/>
                  <a:pt x="24188" y="9855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"/>
          <p:cNvSpPr/>
          <p:nvPr/>
        </p:nvSpPr>
        <p:spPr>
          <a:xfrm>
            <a:off x="2400300" y="5429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Path"/>
          <p:cNvSpPr/>
          <p:nvPr/>
        </p:nvSpPr>
        <p:spPr>
          <a:xfrm>
            <a:off x="2582365" y="5630365"/>
            <a:ext cx="102595" cy="59732"/>
          </a:xfrm>
          <a:custGeom>
            <a:avLst/>
            <a:gdLst/>
            <a:ahLst/>
            <a:cxnLst/>
            <a:rect l="0" t="0" r="r" b="b"/>
            <a:pathLst>
              <a:path w="102595" h="59732">
                <a:moveTo>
                  <a:pt x="14328" y="2542"/>
                </a:moveTo>
                <a:lnTo>
                  <a:pt x="51297" y="39511"/>
                </a:lnTo>
                <a:lnTo>
                  <a:pt x="88267" y="2542"/>
                </a:lnTo>
                <a:quadBezTo>
                  <a:pt x="90666" y="0"/>
                  <a:pt x="94160" y="101"/>
                </a:quadBezTo>
                <a:quadBezTo>
                  <a:pt x="97654" y="0"/>
                  <a:pt x="100053" y="2542"/>
                </a:quadBezTo>
                <a:quadBezTo>
                  <a:pt x="102595" y="4941"/>
                  <a:pt x="102494" y="8435"/>
                </a:quadBezTo>
                <a:quadBezTo>
                  <a:pt x="102595" y="11929"/>
                  <a:pt x="100053" y="14328"/>
                </a:quadBezTo>
                <a:lnTo>
                  <a:pt x="57191" y="57191"/>
                </a:lnTo>
                <a:quadBezTo>
                  <a:pt x="54791" y="59732"/>
                  <a:pt x="51297" y="59632"/>
                </a:quadBezTo>
                <a:quadBezTo>
                  <a:pt x="47804" y="59732"/>
                  <a:pt x="45404" y="57191"/>
                </a:quadBezTo>
                <a:lnTo>
                  <a:pt x="2542" y="14328"/>
                </a:lnTo>
                <a:quadBezTo>
                  <a:pt x="0" y="11929"/>
                  <a:pt x="101" y="8435"/>
                </a:quadBezTo>
                <a:quadBezTo>
                  <a:pt x="0" y="4941"/>
                  <a:pt x="2542" y="2542"/>
                </a:quadBezTo>
                <a:quadBezTo>
                  <a:pt x="4941" y="0"/>
                  <a:pt x="8435" y="101"/>
                </a:quadBezTo>
                <a:quadBezTo>
                  <a:pt x="11929" y="0"/>
                  <a:pt x="14328" y="2542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"/>
          <p:cNvSpPr/>
          <p:nvPr/>
        </p:nvSpPr>
        <p:spPr>
          <a:xfrm>
            <a:off x="2952750" y="5429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Path"/>
          <p:cNvSpPr/>
          <p:nvPr/>
        </p:nvSpPr>
        <p:spPr>
          <a:xfrm>
            <a:off x="3106264" y="5601790"/>
            <a:ext cx="145433" cy="121645"/>
          </a:xfrm>
          <a:custGeom>
            <a:avLst/>
            <a:gdLst/>
            <a:ahLst/>
            <a:cxnLst/>
            <a:rect l="0" t="0" r="r" b="b"/>
            <a:pathLst>
              <a:path w="145433" h="121645">
                <a:moveTo>
                  <a:pt x="145332" y="113210"/>
                </a:moveTo>
                <a:quadBezTo>
                  <a:pt x="145433" y="116704"/>
                  <a:pt x="142891" y="119103"/>
                </a:quadBezTo>
                <a:quadBezTo>
                  <a:pt x="140492" y="121645"/>
                  <a:pt x="136998" y="121544"/>
                </a:quadBezTo>
                <a:quadBezTo>
                  <a:pt x="133504" y="121645"/>
                  <a:pt x="131105" y="119103"/>
                </a:quadBezTo>
                <a:quadBezTo>
                  <a:pt x="128563" y="116704"/>
                  <a:pt x="128664" y="113210"/>
                </a:quadBezTo>
                <a:lnTo>
                  <a:pt x="128664" y="8435"/>
                </a:lnTo>
                <a:quadBezTo>
                  <a:pt x="128563" y="4941"/>
                  <a:pt x="131105" y="2542"/>
                </a:quadBezTo>
                <a:quadBezTo>
                  <a:pt x="133504" y="0"/>
                  <a:pt x="136998" y="101"/>
                </a:quadBezTo>
                <a:quadBezTo>
                  <a:pt x="140492" y="0"/>
                  <a:pt x="142891" y="2542"/>
                </a:quadBezTo>
                <a:quadBezTo>
                  <a:pt x="145433" y="4941"/>
                  <a:pt x="145332" y="8435"/>
                </a:quadBezTo>
                <a:lnTo>
                  <a:pt x="145332" y="113210"/>
                </a:lnTo>
                <a:close/>
                <a:moveTo>
                  <a:pt x="19623" y="60822"/>
                </a:moveTo>
                <a:lnTo>
                  <a:pt x="57468" y="102872"/>
                </a:lnTo>
                <a:quadBezTo>
                  <a:pt x="59880" y="105402"/>
                  <a:pt x="59596" y="108885"/>
                </a:quadBezTo>
                <a:quadBezTo>
                  <a:pt x="59513" y="112380"/>
                  <a:pt x="56848" y="114642"/>
                </a:quadBezTo>
                <a:quadBezTo>
                  <a:pt x="54319" y="117054"/>
                  <a:pt x="50835" y="116770"/>
                </a:quadBezTo>
                <a:quadBezTo>
                  <a:pt x="47341" y="116687"/>
                  <a:pt x="45078" y="114023"/>
                </a:quadBezTo>
                <a:lnTo>
                  <a:pt x="2216" y="66398"/>
                </a:lnTo>
                <a:quadBezTo>
                  <a:pt x="0" y="64050"/>
                  <a:pt x="76" y="60822"/>
                </a:quadBezTo>
                <a:quadBezTo>
                  <a:pt x="0" y="57595"/>
                  <a:pt x="2216" y="55247"/>
                </a:quadBezTo>
                <a:lnTo>
                  <a:pt x="45078" y="7622"/>
                </a:lnTo>
                <a:quadBezTo>
                  <a:pt x="47341" y="4958"/>
                  <a:pt x="50835" y="4875"/>
                </a:quadBezTo>
                <a:quadBezTo>
                  <a:pt x="54319" y="4591"/>
                  <a:pt x="56848" y="7003"/>
                </a:quadBezTo>
                <a:quadBezTo>
                  <a:pt x="59513" y="9265"/>
                  <a:pt x="59596" y="12759"/>
                </a:quadBezTo>
                <a:quadBezTo>
                  <a:pt x="59880" y="16243"/>
                  <a:pt x="57468" y="18773"/>
                </a:quadBezTo>
                <a:lnTo>
                  <a:pt x="19623" y="60822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"/>
          <p:cNvSpPr/>
          <p:nvPr/>
        </p:nvSpPr>
        <p:spPr>
          <a:xfrm>
            <a:off x="3505200" y="5429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Path"/>
          <p:cNvSpPr/>
          <p:nvPr/>
        </p:nvSpPr>
        <p:spPr>
          <a:xfrm>
            <a:off x="3658690" y="5601790"/>
            <a:ext cx="145433" cy="121645"/>
          </a:xfrm>
          <a:custGeom>
            <a:avLst/>
            <a:gdLst/>
            <a:ahLst/>
            <a:cxnLst/>
            <a:rect l="0" t="0" r="r" b="b"/>
            <a:pathLst>
              <a:path w="145433" h="121645">
                <a:moveTo>
                  <a:pt x="16769" y="8435"/>
                </a:moveTo>
                <a:lnTo>
                  <a:pt x="16769" y="113210"/>
                </a:lnTo>
                <a:quadBezTo>
                  <a:pt x="16870" y="116704"/>
                  <a:pt x="14328" y="119103"/>
                </a:quadBezTo>
                <a:quadBezTo>
                  <a:pt x="11929" y="121645"/>
                  <a:pt x="8435" y="121544"/>
                </a:quadBezTo>
                <a:quadBezTo>
                  <a:pt x="4941" y="121645"/>
                  <a:pt x="2542" y="119103"/>
                </a:quadBezTo>
                <a:quadBezTo>
                  <a:pt x="0" y="116704"/>
                  <a:pt x="101" y="113210"/>
                </a:quadBezTo>
                <a:lnTo>
                  <a:pt x="101" y="8435"/>
                </a:lnTo>
                <a:quadBezTo>
                  <a:pt x="0" y="4941"/>
                  <a:pt x="2542" y="2542"/>
                </a:quadBezTo>
                <a:quadBezTo>
                  <a:pt x="4941" y="0"/>
                  <a:pt x="8435" y="101"/>
                </a:quadBezTo>
                <a:quadBezTo>
                  <a:pt x="11929" y="0"/>
                  <a:pt x="14328" y="2542"/>
                </a:quadBezTo>
                <a:quadBezTo>
                  <a:pt x="16870" y="4941"/>
                  <a:pt x="16769" y="8435"/>
                </a:quadBezTo>
                <a:close/>
                <a:moveTo>
                  <a:pt x="143217" y="55247"/>
                </a:moveTo>
                <a:quadBezTo>
                  <a:pt x="145433" y="57595"/>
                  <a:pt x="145357" y="60822"/>
                </a:quadBezTo>
                <a:quadBezTo>
                  <a:pt x="145433" y="64050"/>
                  <a:pt x="143217" y="66398"/>
                </a:quadBezTo>
                <a:lnTo>
                  <a:pt x="100355" y="114023"/>
                </a:lnTo>
                <a:quadBezTo>
                  <a:pt x="98092" y="116687"/>
                  <a:pt x="94598" y="116770"/>
                </a:quadBezTo>
                <a:quadBezTo>
                  <a:pt x="91114" y="117054"/>
                  <a:pt x="88585" y="114642"/>
                </a:quadBezTo>
                <a:quadBezTo>
                  <a:pt x="85920" y="112380"/>
                  <a:pt x="85837" y="108885"/>
                </a:quadBezTo>
                <a:quadBezTo>
                  <a:pt x="85553" y="105402"/>
                  <a:pt x="87965" y="102872"/>
                </a:quadBezTo>
                <a:lnTo>
                  <a:pt x="125810" y="60822"/>
                </a:lnTo>
                <a:lnTo>
                  <a:pt x="87965" y="18773"/>
                </a:lnTo>
                <a:quadBezTo>
                  <a:pt x="85553" y="16243"/>
                  <a:pt x="85837" y="12759"/>
                </a:quadBezTo>
                <a:quadBezTo>
                  <a:pt x="85920" y="9265"/>
                  <a:pt x="88585" y="7003"/>
                </a:quadBezTo>
                <a:quadBezTo>
                  <a:pt x="91114" y="4591"/>
                  <a:pt x="94598" y="4875"/>
                </a:quadBezTo>
                <a:quadBezTo>
                  <a:pt x="98092" y="4958"/>
                  <a:pt x="100355" y="7622"/>
                </a:quadBezTo>
                <a:lnTo>
                  <a:pt x="143217" y="55247"/>
                </a:ln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"/>
          <p:cNvSpPr/>
          <p:nvPr/>
        </p:nvSpPr>
        <p:spPr>
          <a:xfrm>
            <a:off x="4057650" y="5429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Path"/>
          <p:cNvSpPr/>
          <p:nvPr/>
        </p:nvSpPr>
        <p:spPr>
          <a:xfrm>
            <a:off x="4201615" y="5611315"/>
            <a:ext cx="131069" cy="93070"/>
          </a:xfrm>
          <a:custGeom>
            <a:avLst/>
            <a:gdLst/>
            <a:ahLst/>
            <a:cxnLst/>
            <a:rect l="0" t="0" r="r" b="b"/>
            <a:pathLst>
              <a:path w="131069" h="93070">
                <a:moveTo>
                  <a:pt x="8435" y="101"/>
                </a:moveTo>
                <a:lnTo>
                  <a:pt x="84635" y="101"/>
                </a:lnTo>
                <a:quadBezTo>
                  <a:pt x="103869" y="101"/>
                  <a:pt x="117469" y="13701"/>
                </a:quadBezTo>
                <a:quadBezTo>
                  <a:pt x="131069" y="27301"/>
                  <a:pt x="131069" y="46535"/>
                </a:quadBezTo>
                <a:quadBezTo>
                  <a:pt x="131069" y="65769"/>
                  <a:pt x="117469" y="79369"/>
                </a:quadBezTo>
                <a:quadBezTo>
                  <a:pt x="103869" y="92969"/>
                  <a:pt x="84635" y="92969"/>
                </a:quadBezTo>
                <a:lnTo>
                  <a:pt x="51297" y="92969"/>
                </a:lnTo>
                <a:quadBezTo>
                  <a:pt x="47804" y="93070"/>
                  <a:pt x="45404" y="90528"/>
                </a:quadBezTo>
                <a:quadBezTo>
                  <a:pt x="42862" y="88129"/>
                  <a:pt x="42963" y="84635"/>
                </a:quadBezTo>
                <a:quadBezTo>
                  <a:pt x="42862" y="81141"/>
                  <a:pt x="45404" y="78742"/>
                </a:quadBezTo>
                <a:quadBezTo>
                  <a:pt x="47804" y="76200"/>
                  <a:pt x="51297" y="76301"/>
                </a:quadBezTo>
                <a:lnTo>
                  <a:pt x="84635" y="76301"/>
                </a:lnTo>
                <a:quadBezTo>
                  <a:pt x="96964" y="76301"/>
                  <a:pt x="105682" y="67582"/>
                </a:quadBezTo>
                <a:quadBezTo>
                  <a:pt x="114401" y="58864"/>
                  <a:pt x="114401" y="46535"/>
                </a:quadBezTo>
                <a:quadBezTo>
                  <a:pt x="114401" y="34206"/>
                  <a:pt x="105682" y="25487"/>
                </a:quadBezTo>
                <a:quadBezTo>
                  <a:pt x="96964" y="16769"/>
                  <a:pt x="84635" y="16769"/>
                </a:quadBezTo>
                <a:lnTo>
                  <a:pt x="8435" y="16769"/>
                </a:lnTo>
                <a:quadBezTo>
                  <a:pt x="4941" y="16870"/>
                  <a:pt x="2542" y="14328"/>
                </a:quadBezTo>
                <a:quadBezTo>
                  <a:pt x="0" y="11929"/>
                  <a:pt x="101" y="8435"/>
                </a:quadBezTo>
                <a:quadBezTo>
                  <a:pt x="0" y="4941"/>
                  <a:pt x="2542" y="2542"/>
                </a:quadBezTo>
                <a:quadBezTo>
                  <a:pt x="4941" y="0"/>
                  <a:pt x="8435" y="101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Path"/>
          <p:cNvSpPr/>
          <p:nvPr/>
        </p:nvSpPr>
        <p:spPr>
          <a:xfrm>
            <a:off x="4315945" y="5611101"/>
            <a:ext cx="50391" cy="93497"/>
          </a:xfrm>
          <a:custGeom>
            <a:avLst/>
            <a:gdLst/>
            <a:ahLst/>
            <a:cxnLst/>
            <a:rect l="0" t="0" r="r" b="b"/>
            <a:pathLst>
              <a:path w="50391" h="93497">
                <a:moveTo>
                  <a:pt x="48015" y="14137"/>
                </a:moveTo>
                <a:lnTo>
                  <a:pt x="19479" y="46749"/>
                </a:lnTo>
                <a:lnTo>
                  <a:pt x="48015" y="79360"/>
                </a:lnTo>
                <a:quadBezTo>
                  <a:pt x="50391" y="81924"/>
                  <a:pt x="50058" y="85403"/>
                </a:quadBezTo>
                <a:quadBezTo>
                  <a:pt x="49926" y="88896"/>
                  <a:pt x="47230" y="91121"/>
                </a:quadBezTo>
                <a:quadBezTo>
                  <a:pt x="44667" y="93497"/>
                  <a:pt x="41188" y="93165"/>
                </a:quadBezTo>
                <a:quadBezTo>
                  <a:pt x="37695" y="93033"/>
                  <a:pt x="35470" y="90337"/>
                </a:quadBezTo>
                <a:lnTo>
                  <a:pt x="2132" y="52237"/>
                </a:lnTo>
                <a:quadBezTo>
                  <a:pt x="0" y="49907"/>
                  <a:pt x="70" y="46749"/>
                </a:quadBezTo>
                <a:quadBezTo>
                  <a:pt x="0" y="43591"/>
                  <a:pt x="2132" y="41260"/>
                </a:quadBezTo>
                <a:lnTo>
                  <a:pt x="35470" y="3160"/>
                </a:lnTo>
                <a:quadBezTo>
                  <a:pt x="37695" y="465"/>
                  <a:pt x="41188" y="333"/>
                </a:quadBezTo>
                <a:quadBezTo>
                  <a:pt x="44667" y="0"/>
                  <a:pt x="47230" y="2376"/>
                </a:quadBezTo>
                <a:quadBezTo>
                  <a:pt x="49926" y="4601"/>
                  <a:pt x="50058" y="8094"/>
                </a:quadBezTo>
                <a:quadBezTo>
                  <a:pt x="50391" y="11574"/>
                  <a:pt x="48015" y="14137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"/>
          <p:cNvSpPr/>
          <p:nvPr/>
        </p:nvSpPr>
        <p:spPr>
          <a:xfrm>
            <a:off x="4610100" y="5429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Path"/>
          <p:cNvSpPr/>
          <p:nvPr/>
        </p:nvSpPr>
        <p:spPr>
          <a:xfrm>
            <a:off x="4754166" y="5611315"/>
            <a:ext cx="131069" cy="93070"/>
          </a:xfrm>
          <a:custGeom>
            <a:avLst/>
            <a:gdLst/>
            <a:ahLst/>
            <a:cxnLst/>
            <a:rect l="0" t="0" r="r" b="b"/>
            <a:pathLst>
              <a:path w="131069" h="93070">
                <a:moveTo>
                  <a:pt x="122634" y="16769"/>
                </a:moveTo>
                <a:lnTo>
                  <a:pt x="46434" y="16769"/>
                </a:lnTo>
                <a:quadBezTo>
                  <a:pt x="34105" y="16769"/>
                  <a:pt x="25387" y="25487"/>
                </a:quadBezTo>
                <a:quadBezTo>
                  <a:pt x="16669" y="34206"/>
                  <a:pt x="16669" y="46535"/>
                </a:quadBezTo>
                <a:quadBezTo>
                  <a:pt x="16669" y="58864"/>
                  <a:pt x="25387" y="67582"/>
                </a:quadBezTo>
                <a:quadBezTo>
                  <a:pt x="34105" y="76301"/>
                  <a:pt x="46434" y="76301"/>
                </a:quadBezTo>
                <a:lnTo>
                  <a:pt x="79772" y="76301"/>
                </a:lnTo>
                <a:quadBezTo>
                  <a:pt x="83266" y="76200"/>
                  <a:pt x="85665" y="78742"/>
                </a:quadBezTo>
                <a:quadBezTo>
                  <a:pt x="88207" y="81141"/>
                  <a:pt x="88106" y="84635"/>
                </a:quadBezTo>
                <a:quadBezTo>
                  <a:pt x="88207" y="88129"/>
                  <a:pt x="85665" y="90528"/>
                </a:quadBezTo>
                <a:quadBezTo>
                  <a:pt x="83266" y="93070"/>
                  <a:pt x="79772" y="92969"/>
                </a:quadBezTo>
                <a:lnTo>
                  <a:pt x="46434" y="92969"/>
                </a:lnTo>
                <a:quadBezTo>
                  <a:pt x="27201" y="92969"/>
                  <a:pt x="13600" y="79369"/>
                </a:quadBezTo>
                <a:quadBezTo>
                  <a:pt x="0" y="65769"/>
                  <a:pt x="0" y="46535"/>
                </a:quadBezTo>
                <a:quadBezTo>
                  <a:pt x="0" y="27301"/>
                  <a:pt x="13600" y="13701"/>
                </a:quadBezTo>
                <a:quadBezTo>
                  <a:pt x="27201" y="101"/>
                  <a:pt x="46434" y="101"/>
                </a:quadBezTo>
                <a:lnTo>
                  <a:pt x="122634" y="101"/>
                </a:lnTo>
                <a:quadBezTo>
                  <a:pt x="126128" y="0"/>
                  <a:pt x="128528" y="2542"/>
                </a:quadBezTo>
                <a:quadBezTo>
                  <a:pt x="131069" y="4941"/>
                  <a:pt x="130969" y="8435"/>
                </a:quadBezTo>
                <a:quadBezTo>
                  <a:pt x="131069" y="11929"/>
                  <a:pt x="128528" y="14328"/>
                </a:quadBezTo>
                <a:quadBezTo>
                  <a:pt x="126128" y="16870"/>
                  <a:pt x="122634" y="16769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Path"/>
          <p:cNvSpPr/>
          <p:nvPr/>
        </p:nvSpPr>
        <p:spPr>
          <a:xfrm>
            <a:off x="4868151" y="5611101"/>
            <a:ext cx="50391" cy="93497"/>
          </a:xfrm>
          <a:custGeom>
            <a:avLst/>
            <a:gdLst/>
            <a:ahLst/>
            <a:cxnLst/>
            <a:rect l="0" t="0" r="r" b="b"/>
            <a:pathLst>
              <a:path w="50391" h="93497">
                <a:moveTo>
                  <a:pt x="14921" y="3160"/>
                </a:moveTo>
                <a:lnTo>
                  <a:pt x="48258" y="41260"/>
                </a:lnTo>
                <a:quadBezTo>
                  <a:pt x="50391" y="43591"/>
                  <a:pt x="50321" y="46749"/>
                </a:quadBezTo>
                <a:quadBezTo>
                  <a:pt x="50391" y="49907"/>
                  <a:pt x="48258" y="52237"/>
                </a:quadBezTo>
                <a:lnTo>
                  <a:pt x="14921" y="90337"/>
                </a:lnTo>
                <a:quadBezTo>
                  <a:pt x="12696" y="93033"/>
                  <a:pt x="9203" y="93165"/>
                </a:quadBezTo>
                <a:quadBezTo>
                  <a:pt x="5724" y="93497"/>
                  <a:pt x="3160" y="91121"/>
                </a:quadBezTo>
                <a:quadBezTo>
                  <a:pt x="465" y="88896"/>
                  <a:pt x="333" y="85403"/>
                </a:quadBezTo>
                <a:quadBezTo>
                  <a:pt x="0" y="81924"/>
                  <a:pt x="2376" y="79360"/>
                </a:quadBezTo>
                <a:lnTo>
                  <a:pt x="30912" y="46749"/>
                </a:lnTo>
                <a:lnTo>
                  <a:pt x="2376" y="14137"/>
                </a:lnTo>
                <a:quadBezTo>
                  <a:pt x="0" y="11574"/>
                  <a:pt x="333" y="8094"/>
                </a:quadBezTo>
                <a:quadBezTo>
                  <a:pt x="465" y="4601"/>
                  <a:pt x="3160" y="2376"/>
                </a:quadBezTo>
                <a:quadBezTo>
                  <a:pt x="5724" y="0"/>
                  <a:pt x="9203" y="333"/>
                </a:quadBezTo>
                <a:quadBezTo>
                  <a:pt x="12696" y="465"/>
                  <a:pt x="14921" y="3160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Rectangle"/>
          <p:cNvSpPr/>
          <p:nvPr/>
        </p:nvSpPr>
        <p:spPr>
          <a:xfrm>
            <a:off x="5162550" y="5429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Path"/>
          <p:cNvSpPr/>
          <p:nvPr/>
        </p:nvSpPr>
        <p:spPr>
          <a:xfrm>
            <a:off x="5306496" y="5610681"/>
            <a:ext cx="92863" cy="101550"/>
          </a:xfrm>
          <a:custGeom>
            <a:avLst/>
            <a:gdLst/>
            <a:ahLst/>
            <a:cxnLst/>
            <a:rect l="0" t="0" r="r" b="b"/>
            <a:pathLst>
              <a:path w="92863" h="101550">
                <a:moveTo>
                  <a:pt x="14315" y="78483"/>
                </a:moveTo>
                <a:quadBezTo>
                  <a:pt x="20785" y="84881"/>
                  <a:pt x="29884" y="84881"/>
                </a:quadBezTo>
                <a:quadBezTo>
                  <a:pt x="38984" y="84881"/>
                  <a:pt x="45454" y="78483"/>
                </a:quadBezTo>
                <a:lnTo>
                  <a:pt x="70801" y="53136"/>
                </a:lnTo>
                <a:quadBezTo>
                  <a:pt x="75868" y="46645"/>
                  <a:pt x="75428" y="38372"/>
                </a:quadBezTo>
                <a:quadBezTo>
                  <a:pt x="74978" y="29893"/>
                  <a:pt x="68974" y="23889"/>
                </a:quadBezTo>
                <a:quadBezTo>
                  <a:pt x="62970" y="17886"/>
                  <a:pt x="54491" y="17435"/>
                </a:quadBezTo>
                <a:quadBezTo>
                  <a:pt x="46218" y="16995"/>
                  <a:pt x="39728" y="22062"/>
                </a:quadBezTo>
                <a:lnTo>
                  <a:pt x="27682" y="34109"/>
                </a:lnTo>
                <a:quadBezTo>
                  <a:pt x="25282" y="36650"/>
                  <a:pt x="21788" y="36550"/>
                </a:quadBezTo>
                <a:quadBezTo>
                  <a:pt x="18295" y="36650"/>
                  <a:pt x="15895" y="34109"/>
                </a:quadBezTo>
                <a:quadBezTo>
                  <a:pt x="13354" y="31709"/>
                  <a:pt x="13454" y="28215"/>
                </a:quadBezTo>
                <a:quadBezTo>
                  <a:pt x="13354" y="24722"/>
                  <a:pt x="15895" y="22322"/>
                </a:quadBezTo>
                <a:lnTo>
                  <a:pt x="28277" y="9940"/>
                </a:lnTo>
                <a:quadBezTo>
                  <a:pt x="28433" y="9784"/>
                  <a:pt x="28598" y="9636"/>
                </a:quadBezTo>
                <a:quadBezTo>
                  <a:pt x="28762" y="9488"/>
                  <a:pt x="28934" y="9349"/>
                </a:quadBezTo>
                <a:quadBezTo>
                  <a:pt x="40514" y="0"/>
                  <a:pt x="55375" y="790"/>
                </a:quadBezTo>
                <a:quadBezTo>
                  <a:pt x="70237" y="1579"/>
                  <a:pt x="80760" y="12103"/>
                </a:quadBezTo>
                <a:quadBezTo>
                  <a:pt x="91284" y="22626"/>
                  <a:pt x="92073" y="37488"/>
                </a:quadBezTo>
                <a:quadBezTo>
                  <a:pt x="92863" y="52349"/>
                  <a:pt x="83514" y="63929"/>
                </a:quadBezTo>
                <a:quadBezTo>
                  <a:pt x="83375" y="64101"/>
                  <a:pt x="83227" y="64266"/>
                </a:quadBezTo>
                <a:quadBezTo>
                  <a:pt x="83079" y="64430"/>
                  <a:pt x="82923" y="64587"/>
                </a:quadBezTo>
                <a:lnTo>
                  <a:pt x="57174" y="90336"/>
                </a:lnTo>
                <a:quadBezTo>
                  <a:pt x="45833" y="101550"/>
                  <a:pt x="29884" y="101550"/>
                </a:quadBezTo>
                <a:quadBezTo>
                  <a:pt x="13935" y="101550"/>
                  <a:pt x="2594" y="90336"/>
                </a:quadBezTo>
                <a:quadBezTo>
                  <a:pt x="39" y="87950"/>
                  <a:pt x="120" y="84456"/>
                </a:quadBezTo>
                <a:quadBezTo>
                  <a:pt x="0" y="80963"/>
                  <a:pt x="2528" y="78549"/>
                </a:quadBezTo>
                <a:quadBezTo>
                  <a:pt x="4913" y="75994"/>
                  <a:pt x="8408" y="76075"/>
                </a:quadBezTo>
                <a:quadBezTo>
                  <a:pt x="11901" y="75955"/>
                  <a:pt x="14315" y="78483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Path"/>
          <p:cNvSpPr/>
          <p:nvPr/>
        </p:nvSpPr>
        <p:spPr>
          <a:xfrm>
            <a:off x="5382081" y="5611416"/>
            <a:ext cx="92863" cy="101550"/>
          </a:xfrm>
          <a:custGeom>
            <a:avLst/>
            <a:gdLst/>
            <a:ahLst/>
            <a:cxnLst/>
            <a:rect l="0" t="0" r="r" b="b"/>
            <a:pathLst>
              <a:path w="92863" h="101550">
                <a:moveTo>
                  <a:pt x="78549" y="23067"/>
                </a:moveTo>
                <a:quadBezTo>
                  <a:pt x="72078" y="16669"/>
                  <a:pt x="62979" y="16669"/>
                </a:quadBezTo>
                <a:quadBezTo>
                  <a:pt x="53880" y="16669"/>
                  <a:pt x="47409" y="23067"/>
                </a:quadBezTo>
                <a:lnTo>
                  <a:pt x="22062" y="48414"/>
                </a:lnTo>
                <a:quadBezTo>
                  <a:pt x="16995" y="54904"/>
                  <a:pt x="17435" y="63177"/>
                </a:quadBezTo>
                <a:quadBezTo>
                  <a:pt x="17885" y="71656"/>
                  <a:pt x="23889" y="77660"/>
                </a:quadBezTo>
                <a:quadBezTo>
                  <a:pt x="29893" y="83664"/>
                  <a:pt x="38372" y="84115"/>
                </a:quadBezTo>
                <a:quadBezTo>
                  <a:pt x="46645" y="84554"/>
                  <a:pt x="53135" y="79487"/>
                </a:quadBezTo>
                <a:lnTo>
                  <a:pt x="65181" y="67441"/>
                </a:lnTo>
                <a:quadBezTo>
                  <a:pt x="67581" y="64899"/>
                  <a:pt x="71075" y="65000"/>
                </a:quadBezTo>
                <a:quadBezTo>
                  <a:pt x="74569" y="64899"/>
                  <a:pt x="76968" y="67441"/>
                </a:quadBezTo>
                <a:quadBezTo>
                  <a:pt x="79510" y="69841"/>
                  <a:pt x="79409" y="73334"/>
                </a:quadBezTo>
                <a:quadBezTo>
                  <a:pt x="79510" y="76828"/>
                  <a:pt x="76968" y="79228"/>
                </a:quadBezTo>
                <a:lnTo>
                  <a:pt x="64586" y="91609"/>
                </a:lnTo>
                <a:quadBezTo>
                  <a:pt x="64430" y="91766"/>
                  <a:pt x="64265" y="91914"/>
                </a:quadBezTo>
                <a:quadBezTo>
                  <a:pt x="64101" y="92062"/>
                  <a:pt x="63929" y="92201"/>
                </a:quadBezTo>
                <a:quadBezTo>
                  <a:pt x="52349" y="101550"/>
                  <a:pt x="37488" y="100760"/>
                </a:quadBezTo>
                <a:quadBezTo>
                  <a:pt x="22626" y="99970"/>
                  <a:pt x="12103" y="89447"/>
                </a:quadBezTo>
                <a:quadBezTo>
                  <a:pt x="1579" y="78923"/>
                  <a:pt x="790" y="64062"/>
                </a:quadBezTo>
                <a:quadBezTo>
                  <a:pt x="0" y="49200"/>
                  <a:pt x="9349" y="37621"/>
                </a:quadBezTo>
                <a:quadBezTo>
                  <a:pt x="9488" y="37449"/>
                  <a:pt x="9636" y="37284"/>
                </a:quadBezTo>
                <a:quadBezTo>
                  <a:pt x="9784" y="37120"/>
                  <a:pt x="9940" y="36963"/>
                </a:quadBezTo>
                <a:lnTo>
                  <a:pt x="35689" y="11214"/>
                </a:lnTo>
                <a:quadBezTo>
                  <a:pt x="47030" y="0"/>
                  <a:pt x="62979" y="0"/>
                </a:quadBezTo>
                <a:quadBezTo>
                  <a:pt x="78928" y="0"/>
                  <a:pt x="90269" y="11214"/>
                </a:quadBezTo>
                <a:quadBezTo>
                  <a:pt x="92824" y="13599"/>
                  <a:pt x="92743" y="17094"/>
                </a:quadBezTo>
                <a:quadBezTo>
                  <a:pt x="92863" y="20587"/>
                  <a:pt x="90335" y="23001"/>
                </a:quadBezTo>
                <a:quadBezTo>
                  <a:pt x="87950" y="25556"/>
                  <a:pt x="84456" y="25475"/>
                </a:quadBezTo>
                <a:quadBezTo>
                  <a:pt x="80962" y="25595"/>
                  <a:pt x="78549" y="23067"/>
                </a:quadBezTo>
                <a:close/>
              </a:path>
            </a:pathLst>
          </a:custGeom>
          <a:solidFill>
            <a:srgbClr val="4B4B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angle"/>
          <p:cNvSpPr/>
          <p:nvPr/>
        </p:nvSpPr>
        <p:spPr>
          <a:xfrm>
            <a:off x="5715000" y="5429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Ellipse"/>
          <p:cNvSpPr/>
          <p:nvPr/>
        </p:nvSpPr>
        <p:spPr>
          <a:xfrm>
            <a:off x="5905500" y="5648325"/>
            <a:ext cx="28575" cy="2857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Ellipse"/>
          <p:cNvSpPr/>
          <p:nvPr/>
        </p:nvSpPr>
        <p:spPr>
          <a:xfrm>
            <a:off x="5934075" y="5648325"/>
            <a:ext cx="28575" cy="2857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Ellipse"/>
          <p:cNvSpPr/>
          <p:nvPr/>
        </p:nvSpPr>
        <p:spPr>
          <a:xfrm>
            <a:off x="5962650" y="5648325"/>
            <a:ext cx="28575" cy="28575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Rectangle"/>
          <p:cNvSpPr/>
          <p:nvPr/>
        </p:nvSpPr>
        <p:spPr>
          <a:xfrm>
            <a:off x="6267450" y="5429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Ellipse"/>
          <p:cNvSpPr/>
          <p:nvPr/>
        </p:nvSpPr>
        <p:spPr>
          <a:xfrm>
            <a:off x="6419850" y="5648325"/>
            <a:ext cx="26670" cy="26670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Ellipse"/>
          <p:cNvSpPr/>
          <p:nvPr/>
        </p:nvSpPr>
        <p:spPr>
          <a:xfrm>
            <a:off x="6438900" y="5648325"/>
            <a:ext cx="26670" cy="26670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" name="Ellipse"/>
          <p:cNvSpPr/>
          <p:nvPr/>
        </p:nvSpPr>
        <p:spPr>
          <a:xfrm>
            <a:off x="6467475" y="5648325"/>
            <a:ext cx="26670" cy="26670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Ellipse"/>
          <p:cNvSpPr/>
          <p:nvPr/>
        </p:nvSpPr>
        <p:spPr>
          <a:xfrm>
            <a:off x="6496050" y="5648325"/>
            <a:ext cx="26670" cy="26670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Ellipse"/>
          <p:cNvSpPr/>
          <p:nvPr/>
        </p:nvSpPr>
        <p:spPr>
          <a:xfrm>
            <a:off x="6524625" y="5648325"/>
            <a:ext cx="26670" cy="26670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Ellipse"/>
          <p:cNvSpPr/>
          <p:nvPr/>
        </p:nvSpPr>
        <p:spPr>
          <a:xfrm>
            <a:off x="6553200" y="5648325"/>
            <a:ext cx="26670" cy="26670"/>
          </a:xfrm>
          <a:prstGeom prst="ellipse">
            <a:avLst/>
          </a:pr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angle"/>
          <p:cNvSpPr/>
          <p:nvPr/>
        </p:nvSpPr>
        <p:spPr>
          <a:xfrm>
            <a:off x="4763" y="4957763"/>
            <a:ext cx="13706475" cy="1114425"/>
          </a:xfrm>
          <a:prstGeom prst="roundRect">
            <a:avLst>
              <a:gd name="adj" fmla="val 8119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1" name="Rectangle"/>
          <p:cNvSpPr/>
          <p:nvPr/>
        </p:nvSpPr>
        <p:spPr>
          <a:xfrm>
            <a:off x="0" y="6076950"/>
            <a:ext cx="137160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"/>
          <p:cNvSpPr txBox="1"/>
          <p:nvPr/>
        </p:nvSpPr>
        <p:spPr>
          <a:xfrm>
            <a:off x="190500" y="6267450"/>
            <a:ext cx="291756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A1A17"/>
                </a:solidFill>
                <a:latin typeface="Inter Bold"/>
                <a:ea typeface="Inter Bold"/>
                <a:cs typeface="Inter Bold"/>
              </a:rPr>
              <a:t>清单与状态 · 勾选用方框，保存用文档，置顶用星标</a:t>
            </a:r>
          </a:p>
        </p:txBody>
      </p:sp>
      <p:sp>
        <p:nvSpPr>
          <p:cNvPr id="103" name="Rectangle"/>
          <p:cNvSpPr/>
          <p:nvPr/>
        </p:nvSpPr>
        <p:spPr>
          <a:xfrm>
            <a:off x="190500" y="65532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"/>
          <p:cNvSpPr/>
          <p:nvPr/>
        </p:nvSpPr>
        <p:spPr>
          <a:xfrm>
            <a:off x="352425" y="6715125"/>
            <a:ext cx="133350" cy="133350"/>
          </a:xfrm>
          <a:prstGeom prst="roundRect">
            <a:avLst>
              <a:gd name="adj" fmla="val 25000"/>
            </a:avLst>
          </a:prstGeom>
          <a:noFill/>
          <a:ln w="16669">
            <a:solidFill>
              <a:srgbClr val="6B6A6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5" name="Rectangle"/>
          <p:cNvSpPr/>
          <p:nvPr/>
        </p:nvSpPr>
        <p:spPr>
          <a:xfrm>
            <a:off x="742950" y="65532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Rectangle"/>
          <p:cNvSpPr/>
          <p:nvPr/>
        </p:nvSpPr>
        <p:spPr>
          <a:xfrm>
            <a:off x="876300" y="6715125"/>
            <a:ext cx="133350" cy="133350"/>
          </a:xfrm>
          <a:prstGeom prst="roundRect">
            <a:avLst>
              <a:gd name="adj" fmla="val 25000"/>
            </a:avLst>
          </a:prstGeom>
          <a:solidFill>
            <a:srgbClr val="1F6B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angle"/>
          <p:cNvSpPr/>
          <p:nvPr/>
        </p:nvSpPr>
        <p:spPr>
          <a:xfrm>
            <a:off x="876300" y="6715125"/>
            <a:ext cx="133350" cy="133350"/>
          </a:xfrm>
          <a:prstGeom prst="roundRect">
            <a:avLst>
              <a:gd name="adj" fmla="val 25000"/>
            </a:avLst>
          </a:prstGeom>
          <a:noFill/>
          <a:ln w="16669">
            <a:solidFill>
              <a:srgbClr val="1F6B4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8" name="Path"/>
          <p:cNvSpPr/>
          <p:nvPr/>
        </p:nvSpPr>
        <p:spPr>
          <a:xfrm>
            <a:off x="1000010" y="6752909"/>
            <a:ext cx="84250" cy="66153"/>
          </a:xfrm>
          <a:custGeom>
            <a:avLst/>
            <a:gdLst/>
            <a:ahLst/>
            <a:cxnLst/>
            <a:rect l="0" t="0" r="r" b="b"/>
            <a:pathLst>
              <a:path w="84250" h="66153">
                <a:moveTo>
                  <a:pt x="16375" y="26918"/>
                </a:moveTo>
                <a:lnTo>
                  <a:pt x="32128" y="42671"/>
                </a:lnTo>
                <a:lnTo>
                  <a:pt x="67323" y="3477"/>
                </a:lnTo>
                <a:quadBezTo>
                  <a:pt x="69905" y="429"/>
                  <a:pt x="73899" y="329"/>
                </a:quadBezTo>
                <a:quadBezTo>
                  <a:pt x="77880" y="0"/>
                  <a:pt x="80774" y="2753"/>
                </a:quadBezTo>
                <a:quadBezTo>
                  <a:pt x="83822" y="5336"/>
                  <a:pt x="83921" y="9329"/>
                </a:quadBezTo>
                <a:quadBezTo>
                  <a:pt x="84250" y="13310"/>
                  <a:pt x="81497" y="16204"/>
                </a:quadBezTo>
                <a:lnTo>
                  <a:pt x="39587" y="62877"/>
                </a:lnTo>
                <a:quadBezTo>
                  <a:pt x="39502" y="62972"/>
                  <a:pt x="39414" y="63065"/>
                </a:quadBezTo>
                <a:quadBezTo>
                  <a:pt x="39326" y="63158"/>
                  <a:pt x="39235" y="63248"/>
                </a:quadBezTo>
                <a:quadBezTo>
                  <a:pt x="36493" y="66153"/>
                  <a:pt x="32500" y="66038"/>
                </a:quadBezTo>
                <a:quadBezTo>
                  <a:pt x="28507" y="66153"/>
                  <a:pt x="25765" y="63248"/>
                </a:quadBezTo>
                <a:lnTo>
                  <a:pt x="2905" y="40388"/>
                </a:lnTo>
                <a:quadBezTo>
                  <a:pt x="0" y="37646"/>
                  <a:pt x="115" y="33653"/>
                </a:quadBezTo>
                <a:quadBezTo>
                  <a:pt x="0" y="29660"/>
                  <a:pt x="2905" y="26918"/>
                </a:quadBezTo>
                <a:quadBezTo>
                  <a:pt x="5647" y="24013"/>
                  <a:pt x="9640" y="24128"/>
                </a:quadBezTo>
                <a:quadBezTo>
                  <a:pt x="13633" y="24013"/>
                  <a:pt x="16375" y="2691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Rectangle"/>
          <p:cNvSpPr/>
          <p:nvPr/>
        </p:nvSpPr>
        <p:spPr>
          <a:xfrm>
            <a:off x="1295400" y="65532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Path"/>
          <p:cNvSpPr/>
          <p:nvPr/>
        </p:nvSpPr>
        <p:spPr>
          <a:xfrm>
            <a:off x="1457325" y="6715125"/>
            <a:ext cx="142875" cy="135731"/>
          </a:xfrm>
          <a:custGeom>
            <a:avLst/>
            <a:gdLst/>
            <a:ahLst/>
            <a:cxnLst/>
            <a:rect l="0" t="0" r="r" b="b"/>
            <a:pathLst>
              <a:path w="142875" h="135731">
                <a:moveTo>
                  <a:pt x="71438" y="0"/>
                </a:moveTo>
                <a:lnTo>
                  <a:pt x="93345" y="44767"/>
                </a:lnTo>
                <a:lnTo>
                  <a:pt x="142875" y="51911"/>
                </a:lnTo>
                <a:lnTo>
                  <a:pt x="107156" y="86677"/>
                </a:lnTo>
                <a:lnTo>
                  <a:pt x="115729" y="135731"/>
                </a:lnTo>
                <a:lnTo>
                  <a:pt x="71438" y="111919"/>
                </a:lnTo>
                <a:lnTo>
                  <a:pt x="27146" y="135255"/>
                </a:lnTo>
                <a:lnTo>
                  <a:pt x="35719" y="86201"/>
                </a:lnTo>
                <a:lnTo>
                  <a:pt x="0" y="51911"/>
                </a:lnTo>
                <a:lnTo>
                  <a:pt x="49530" y="44768"/>
                </a:lnTo>
                <a:lnTo>
                  <a:pt x="71438" y="0"/>
                </a:lnTo>
                <a:close/>
              </a:path>
            </a:pathLst>
          </a:custGeom>
          <a:solidFill>
            <a:srgbClr val="2446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Path"/>
          <p:cNvSpPr/>
          <p:nvPr/>
        </p:nvSpPr>
        <p:spPr>
          <a:xfrm>
            <a:off x="1449236" y="6706794"/>
            <a:ext cx="158718" cy="152367"/>
          </a:xfrm>
          <a:custGeom>
            <a:avLst/>
            <a:gdLst/>
            <a:ahLst/>
            <a:cxnLst/>
            <a:rect l="0" t="0" r="r" b="b"/>
            <a:pathLst>
              <a:path w="158718" h="152367">
                <a:moveTo>
                  <a:pt x="86371" y="4982"/>
                </a:moveTo>
                <a:lnTo>
                  <a:pt x="106508" y="46132"/>
                </a:lnTo>
                <a:lnTo>
                  <a:pt x="152052" y="52700"/>
                </a:lnTo>
                <a:quadBezTo>
                  <a:pt x="153300" y="52878"/>
                  <a:pt x="154422" y="53452"/>
                </a:quadBezTo>
                <a:quadBezTo>
                  <a:pt x="155547" y="54022"/>
                  <a:pt x="156424" y="54927"/>
                </a:quadBezTo>
                <a:quadBezTo>
                  <a:pt x="158718" y="57152"/>
                  <a:pt x="158583" y="60345"/>
                </a:quadBezTo>
                <a:quadBezTo>
                  <a:pt x="158632" y="63541"/>
                  <a:pt x="156279" y="65703"/>
                </a:quadBezTo>
                <a:lnTo>
                  <a:pt x="123444" y="97662"/>
                </a:lnTo>
                <a:lnTo>
                  <a:pt x="131324" y="142751"/>
                </a:lnTo>
                <a:quadBezTo>
                  <a:pt x="131547" y="144013"/>
                  <a:pt x="131340" y="145277"/>
                </a:quadBezTo>
                <a:quadBezTo>
                  <a:pt x="131139" y="146543"/>
                  <a:pt x="130529" y="147671"/>
                </a:quadBezTo>
                <a:quadBezTo>
                  <a:pt x="129098" y="150528"/>
                  <a:pt x="126012" y="151360"/>
                </a:quadBezTo>
                <a:quadBezTo>
                  <a:pt x="122979" y="152367"/>
                  <a:pt x="120209" y="150774"/>
                </a:quadBezTo>
                <a:lnTo>
                  <a:pt x="79490" y="128882"/>
                </a:lnTo>
                <a:lnTo>
                  <a:pt x="38787" y="150328"/>
                </a:lnTo>
                <a:quadBezTo>
                  <a:pt x="37669" y="150920"/>
                  <a:pt x="36419" y="151114"/>
                </a:quadBezTo>
                <a:quadBezTo>
                  <a:pt x="35169" y="151313"/>
                  <a:pt x="33923" y="151092"/>
                </a:quadBezTo>
                <a:quadBezTo>
                  <a:pt x="30761" y="150633"/>
                  <a:pt x="29000" y="147966"/>
                </a:quadBezTo>
                <a:quadBezTo>
                  <a:pt x="27088" y="145405"/>
                  <a:pt x="27729" y="142274"/>
                </a:quadBezTo>
                <a:lnTo>
                  <a:pt x="35603" y="97219"/>
                </a:lnTo>
                <a:lnTo>
                  <a:pt x="2812" y="65739"/>
                </a:lnTo>
                <a:quadBezTo>
                  <a:pt x="1891" y="64859"/>
                  <a:pt x="1311" y="63724"/>
                </a:quadBezTo>
                <a:quadBezTo>
                  <a:pt x="726" y="62592"/>
                  <a:pt x="547" y="61330"/>
                </a:quadBezTo>
                <a:quadBezTo>
                  <a:pt x="0" y="58182"/>
                  <a:pt x="1987" y="55679"/>
                </a:quadBezTo>
                <a:quadBezTo>
                  <a:pt x="3826" y="53065"/>
                  <a:pt x="7001" y="52700"/>
                </a:quadBezTo>
                <a:lnTo>
                  <a:pt x="52545" y="46132"/>
                </a:lnTo>
                <a:lnTo>
                  <a:pt x="72682" y="4982"/>
                </a:lnTo>
                <a:quadBezTo>
                  <a:pt x="73238" y="3839"/>
                  <a:pt x="74138" y="2943"/>
                </a:quadBezTo>
                <a:quadBezTo>
                  <a:pt x="75035" y="2043"/>
                  <a:pt x="76177" y="1487"/>
                </a:quadBezTo>
                <a:quadBezTo>
                  <a:pt x="79006" y="0"/>
                  <a:pt x="81998" y="1123"/>
                </a:quadBezTo>
                <a:quadBezTo>
                  <a:pt x="85049" y="2072"/>
                  <a:pt x="86371" y="4982"/>
                </a:quadBezTo>
                <a:close/>
                <a:moveTo>
                  <a:pt x="94590" y="56448"/>
                </a:moveTo>
                <a:lnTo>
                  <a:pt x="79526" y="25667"/>
                </a:lnTo>
                <a:lnTo>
                  <a:pt x="64463" y="56448"/>
                </a:lnTo>
                <a:quadBezTo>
                  <a:pt x="63643" y="58154"/>
                  <a:pt x="62105" y="59258"/>
                </a:quadBezTo>
                <a:quadBezTo>
                  <a:pt x="60582" y="60384"/>
                  <a:pt x="58707" y="60641"/>
                </a:quadBezTo>
                <a:lnTo>
                  <a:pt x="24627" y="65556"/>
                </a:lnTo>
                <a:lnTo>
                  <a:pt x="49085" y="89035"/>
                </a:lnTo>
                <a:quadBezTo>
                  <a:pt x="50469" y="90346"/>
                  <a:pt x="51049" y="92161"/>
                </a:quadBezTo>
                <a:quadBezTo>
                  <a:pt x="51656" y="93969"/>
                  <a:pt x="51314" y="95844"/>
                </a:quadBezTo>
                <a:lnTo>
                  <a:pt x="45413" y="129611"/>
                </a:lnTo>
                <a:lnTo>
                  <a:pt x="75974" y="113508"/>
                </a:lnTo>
                <a:quadBezTo>
                  <a:pt x="77653" y="112608"/>
                  <a:pt x="79558" y="112630"/>
                </a:quadBezTo>
                <a:quadBezTo>
                  <a:pt x="81463" y="112624"/>
                  <a:pt x="83135" y="113538"/>
                </a:quadBezTo>
                <a:lnTo>
                  <a:pt x="113611" y="129924"/>
                </a:lnTo>
                <a:lnTo>
                  <a:pt x="107739" y="96320"/>
                </a:lnTo>
                <a:quadBezTo>
                  <a:pt x="107400" y="94459"/>
                  <a:pt x="107995" y="92663"/>
                </a:quadBezTo>
                <a:quadBezTo>
                  <a:pt x="108565" y="90858"/>
                  <a:pt x="109930" y="89548"/>
                </a:quadBezTo>
                <a:lnTo>
                  <a:pt x="134560" y="65575"/>
                </a:lnTo>
                <a:lnTo>
                  <a:pt x="100346" y="60641"/>
                </a:lnTo>
                <a:quadBezTo>
                  <a:pt x="98470" y="60384"/>
                  <a:pt x="96948" y="59258"/>
                </a:quadBezTo>
                <a:quadBezTo>
                  <a:pt x="95410" y="58154"/>
                  <a:pt x="94590" y="56448"/>
                </a:quadBezTo>
                <a:close/>
              </a:path>
            </a:pathLst>
          </a:custGeom>
          <a:solidFill>
            <a:srgbClr val="2446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Rectangle"/>
          <p:cNvSpPr/>
          <p:nvPr/>
        </p:nvSpPr>
        <p:spPr>
          <a:xfrm>
            <a:off x="1847850" y="65532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Path"/>
          <p:cNvSpPr/>
          <p:nvPr/>
        </p:nvSpPr>
        <p:spPr>
          <a:xfrm>
            <a:off x="2001686" y="6706794"/>
            <a:ext cx="158718" cy="152367"/>
          </a:xfrm>
          <a:custGeom>
            <a:avLst/>
            <a:gdLst/>
            <a:ahLst/>
            <a:cxnLst/>
            <a:rect l="0" t="0" r="r" b="b"/>
            <a:pathLst>
              <a:path w="158718" h="152367">
                <a:moveTo>
                  <a:pt x="86371" y="4982"/>
                </a:moveTo>
                <a:lnTo>
                  <a:pt x="106508" y="46132"/>
                </a:lnTo>
                <a:lnTo>
                  <a:pt x="152052" y="52700"/>
                </a:lnTo>
                <a:quadBezTo>
                  <a:pt x="153300" y="52878"/>
                  <a:pt x="154422" y="53452"/>
                </a:quadBezTo>
                <a:quadBezTo>
                  <a:pt x="155547" y="54022"/>
                  <a:pt x="156424" y="54927"/>
                </a:quadBezTo>
                <a:quadBezTo>
                  <a:pt x="158718" y="57152"/>
                  <a:pt x="158583" y="60345"/>
                </a:quadBezTo>
                <a:quadBezTo>
                  <a:pt x="158632" y="63541"/>
                  <a:pt x="156279" y="65703"/>
                </a:quadBezTo>
                <a:lnTo>
                  <a:pt x="123444" y="97662"/>
                </a:lnTo>
                <a:lnTo>
                  <a:pt x="131324" y="142751"/>
                </a:lnTo>
                <a:quadBezTo>
                  <a:pt x="131547" y="144013"/>
                  <a:pt x="131340" y="145277"/>
                </a:quadBezTo>
                <a:quadBezTo>
                  <a:pt x="131139" y="146543"/>
                  <a:pt x="130529" y="147671"/>
                </a:quadBezTo>
                <a:quadBezTo>
                  <a:pt x="129098" y="150528"/>
                  <a:pt x="126012" y="151360"/>
                </a:quadBezTo>
                <a:quadBezTo>
                  <a:pt x="122979" y="152367"/>
                  <a:pt x="120209" y="150774"/>
                </a:quadBezTo>
                <a:lnTo>
                  <a:pt x="79490" y="128882"/>
                </a:lnTo>
                <a:lnTo>
                  <a:pt x="38787" y="150328"/>
                </a:lnTo>
                <a:quadBezTo>
                  <a:pt x="37669" y="150920"/>
                  <a:pt x="36419" y="151114"/>
                </a:quadBezTo>
                <a:quadBezTo>
                  <a:pt x="35169" y="151313"/>
                  <a:pt x="33923" y="151092"/>
                </a:quadBezTo>
                <a:quadBezTo>
                  <a:pt x="30761" y="150633"/>
                  <a:pt x="29000" y="147966"/>
                </a:quadBezTo>
                <a:quadBezTo>
                  <a:pt x="27088" y="145405"/>
                  <a:pt x="27729" y="142274"/>
                </a:quadBezTo>
                <a:lnTo>
                  <a:pt x="35603" y="97219"/>
                </a:lnTo>
                <a:lnTo>
                  <a:pt x="2812" y="65739"/>
                </a:lnTo>
                <a:quadBezTo>
                  <a:pt x="1891" y="64859"/>
                  <a:pt x="1311" y="63724"/>
                </a:quadBezTo>
                <a:quadBezTo>
                  <a:pt x="726" y="62592"/>
                  <a:pt x="547" y="61330"/>
                </a:quadBezTo>
                <a:quadBezTo>
                  <a:pt x="0" y="58182"/>
                  <a:pt x="1987" y="55679"/>
                </a:quadBezTo>
                <a:quadBezTo>
                  <a:pt x="3826" y="53065"/>
                  <a:pt x="7001" y="52700"/>
                </a:quadBezTo>
                <a:lnTo>
                  <a:pt x="52545" y="46132"/>
                </a:lnTo>
                <a:lnTo>
                  <a:pt x="72682" y="4982"/>
                </a:lnTo>
                <a:quadBezTo>
                  <a:pt x="73238" y="3839"/>
                  <a:pt x="74138" y="2943"/>
                </a:quadBezTo>
                <a:quadBezTo>
                  <a:pt x="75035" y="2043"/>
                  <a:pt x="76177" y="1487"/>
                </a:quadBezTo>
                <a:quadBezTo>
                  <a:pt x="79006" y="0"/>
                  <a:pt x="81998" y="1123"/>
                </a:quadBezTo>
                <a:quadBezTo>
                  <a:pt x="85049" y="2072"/>
                  <a:pt x="86371" y="4982"/>
                </a:quadBezTo>
                <a:close/>
                <a:moveTo>
                  <a:pt x="94590" y="56448"/>
                </a:moveTo>
                <a:lnTo>
                  <a:pt x="79526" y="25667"/>
                </a:lnTo>
                <a:lnTo>
                  <a:pt x="64463" y="56448"/>
                </a:lnTo>
                <a:quadBezTo>
                  <a:pt x="63643" y="58154"/>
                  <a:pt x="62105" y="59258"/>
                </a:quadBezTo>
                <a:quadBezTo>
                  <a:pt x="60582" y="60384"/>
                  <a:pt x="58707" y="60641"/>
                </a:quadBezTo>
                <a:lnTo>
                  <a:pt x="24627" y="65556"/>
                </a:lnTo>
                <a:lnTo>
                  <a:pt x="49085" y="89035"/>
                </a:lnTo>
                <a:quadBezTo>
                  <a:pt x="50469" y="90346"/>
                  <a:pt x="51049" y="92161"/>
                </a:quadBezTo>
                <a:quadBezTo>
                  <a:pt x="51656" y="93969"/>
                  <a:pt x="51314" y="95844"/>
                </a:quadBezTo>
                <a:lnTo>
                  <a:pt x="45413" y="129611"/>
                </a:lnTo>
                <a:lnTo>
                  <a:pt x="75974" y="113508"/>
                </a:lnTo>
                <a:quadBezTo>
                  <a:pt x="77653" y="112608"/>
                  <a:pt x="79558" y="112630"/>
                </a:quadBezTo>
                <a:quadBezTo>
                  <a:pt x="81463" y="112624"/>
                  <a:pt x="83135" y="113538"/>
                </a:quadBezTo>
                <a:lnTo>
                  <a:pt x="113611" y="129924"/>
                </a:lnTo>
                <a:lnTo>
                  <a:pt x="107739" y="96320"/>
                </a:lnTo>
                <a:quadBezTo>
                  <a:pt x="107400" y="94459"/>
                  <a:pt x="107995" y="92663"/>
                </a:quadBezTo>
                <a:quadBezTo>
                  <a:pt x="108565" y="90858"/>
                  <a:pt x="109930" y="89548"/>
                </a:quadBezTo>
                <a:lnTo>
                  <a:pt x="134560" y="65575"/>
                </a:lnTo>
                <a:lnTo>
                  <a:pt x="100346" y="60641"/>
                </a:lnTo>
                <a:quadBezTo>
                  <a:pt x="98470" y="60384"/>
                  <a:pt x="96948" y="59258"/>
                </a:quadBezTo>
                <a:quadBezTo>
                  <a:pt x="95410" y="58154"/>
                  <a:pt x="94590" y="56448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Rectangle"/>
          <p:cNvSpPr/>
          <p:nvPr/>
        </p:nvSpPr>
        <p:spPr>
          <a:xfrm>
            <a:off x="2400300" y="65532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Path"/>
          <p:cNvSpPr/>
          <p:nvPr/>
        </p:nvSpPr>
        <p:spPr>
          <a:xfrm>
            <a:off x="2582365" y="6735265"/>
            <a:ext cx="102595" cy="102595"/>
          </a:xfrm>
          <a:custGeom>
            <a:avLst/>
            <a:gdLst/>
            <a:ahLst/>
            <a:cxnLst/>
            <a:rect l="0" t="0" r="r" b="b"/>
            <a:pathLst>
              <a:path w="102595" h="102595">
                <a:moveTo>
                  <a:pt x="100053" y="14328"/>
                </a:moveTo>
                <a:lnTo>
                  <a:pt x="63084" y="51297"/>
                </a:lnTo>
                <a:lnTo>
                  <a:pt x="100053" y="88267"/>
                </a:lnTo>
                <a:quadBezTo>
                  <a:pt x="102595" y="90666"/>
                  <a:pt x="102494" y="94160"/>
                </a:quadBezTo>
                <a:quadBezTo>
                  <a:pt x="102595" y="97654"/>
                  <a:pt x="100053" y="100053"/>
                </a:quadBezTo>
                <a:quadBezTo>
                  <a:pt x="97654" y="102595"/>
                  <a:pt x="94160" y="102494"/>
                </a:quadBezTo>
                <a:quadBezTo>
                  <a:pt x="90666" y="102595"/>
                  <a:pt x="88267" y="100053"/>
                </a:quadBezTo>
                <a:lnTo>
                  <a:pt x="51297" y="63084"/>
                </a:lnTo>
                <a:lnTo>
                  <a:pt x="14328" y="100053"/>
                </a:lnTo>
                <a:quadBezTo>
                  <a:pt x="11929" y="102595"/>
                  <a:pt x="8435" y="102494"/>
                </a:quadBezTo>
                <a:quadBezTo>
                  <a:pt x="4941" y="102595"/>
                  <a:pt x="2542" y="100053"/>
                </a:quadBezTo>
                <a:quadBezTo>
                  <a:pt x="0" y="97654"/>
                  <a:pt x="101" y="94160"/>
                </a:quadBezTo>
                <a:quadBezTo>
                  <a:pt x="0" y="90666"/>
                  <a:pt x="2542" y="88267"/>
                </a:quadBezTo>
                <a:lnTo>
                  <a:pt x="39511" y="51297"/>
                </a:lnTo>
                <a:lnTo>
                  <a:pt x="2542" y="14328"/>
                </a:lnTo>
                <a:quadBezTo>
                  <a:pt x="0" y="11929"/>
                  <a:pt x="101" y="8435"/>
                </a:quadBezTo>
                <a:quadBezTo>
                  <a:pt x="0" y="4941"/>
                  <a:pt x="2542" y="2542"/>
                </a:quadBezTo>
                <a:quadBezTo>
                  <a:pt x="4941" y="0"/>
                  <a:pt x="8435" y="101"/>
                </a:quadBezTo>
                <a:quadBezTo>
                  <a:pt x="11929" y="0"/>
                  <a:pt x="14328" y="2542"/>
                </a:quadBezTo>
                <a:lnTo>
                  <a:pt x="51297" y="39511"/>
                </a:lnTo>
                <a:lnTo>
                  <a:pt x="88267" y="2542"/>
                </a:lnTo>
                <a:quadBezTo>
                  <a:pt x="90666" y="0"/>
                  <a:pt x="94160" y="101"/>
                </a:quadBezTo>
                <a:quadBezTo>
                  <a:pt x="97654" y="0"/>
                  <a:pt x="100053" y="2542"/>
                </a:quadBezTo>
                <a:quadBezTo>
                  <a:pt x="102595" y="4941"/>
                  <a:pt x="102494" y="8435"/>
                </a:quadBezTo>
                <a:quadBezTo>
                  <a:pt x="102595" y="11929"/>
                  <a:pt x="100053" y="14328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Rectangle"/>
          <p:cNvSpPr/>
          <p:nvPr/>
        </p:nvSpPr>
        <p:spPr>
          <a:xfrm>
            <a:off x="2952750" y="65532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Path"/>
          <p:cNvSpPr/>
          <p:nvPr/>
        </p:nvSpPr>
        <p:spPr>
          <a:xfrm>
            <a:off x="3096816" y="6697260"/>
            <a:ext cx="111925" cy="169075"/>
          </a:xfrm>
          <a:custGeom>
            <a:avLst/>
            <a:gdLst/>
            <a:ahLst/>
            <a:cxnLst/>
            <a:rect l="0" t="0" r="r" b="b"/>
            <a:pathLst>
              <a:path w="111925" h="169075">
                <a:moveTo>
                  <a:pt x="13097" y="6"/>
                </a:moveTo>
                <a:lnTo>
                  <a:pt x="70247" y="6"/>
                </a:lnTo>
                <a:quadBezTo>
                  <a:pt x="71906" y="0"/>
                  <a:pt x="73436" y="641"/>
                </a:quadBezTo>
                <a:quadBezTo>
                  <a:pt x="74971" y="1270"/>
                  <a:pt x="76140" y="2447"/>
                </a:quadBezTo>
                <a:lnTo>
                  <a:pt x="109478" y="35785"/>
                </a:lnTo>
                <a:quadBezTo>
                  <a:pt x="110655" y="36954"/>
                  <a:pt x="111284" y="38489"/>
                </a:quadBezTo>
                <a:quadBezTo>
                  <a:pt x="111925" y="40019"/>
                  <a:pt x="111919" y="41678"/>
                </a:quadBezTo>
                <a:lnTo>
                  <a:pt x="111919" y="151216"/>
                </a:lnTo>
                <a:quadBezTo>
                  <a:pt x="111919" y="158613"/>
                  <a:pt x="106688" y="163844"/>
                </a:quadBezTo>
                <a:quadBezTo>
                  <a:pt x="101457" y="169075"/>
                  <a:pt x="94059" y="169075"/>
                </a:quadBezTo>
                <a:lnTo>
                  <a:pt x="17859" y="169075"/>
                </a:lnTo>
                <a:quadBezTo>
                  <a:pt x="10462" y="169075"/>
                  <a:pt x="5231" y="163844"/>
                </a:quadBezTo>
                <a:quadBezTo>
                  <a:pt x="0" y="158613"/>
                  <a:pt x="0" y="151216"/>
                </a:quadBezTo>
                <a:lnTo>
                  <a:pt x="0" y="17866"/>
                </a:lnTo>
                <a:quadBezTo>
                  <a:pt x="0" y="10468"/>
                  <a:pt x="5231" y="5237"/>
                </a:quadBezTo>
                <a:quadBezTo>
                  <a:pt x="8690" y="1778"/>
                  <a:pt x="13097" y="606"/>
                </a:quadBezTo>
                <a:lnTo>
                  <a:pt x="13097" y="6"/>
                </a:lnTo>
                <a:close/>
                <a:moveTo>
                  <a:pt x="17017" y="17024"/>
                </a:moveTo>
                <a:quadBezTo>
                  <a:pt x="16669" y="17372"/>
                  <a:pt x="16669" y="17866"/>
                </a:quadBezTo>
                <a:lnTo>
                  <a:pt x="16669" y="151216"/>
                </a:lnTo>
                <a:quadBezTo>
                  <a:pt x="16669" y="151709"/>
                  <a:pt x="17017" y="152057"/>
                </a:quadBezTo>
                <a:quadBezTo>
                  <a:pt x="17366" y="152406"/>
                  <a:pt x="17859" y="152406"/>
                </a:quadBezTo>
                <a:lnTo>
                  <a:pt x="94059" y="152406"/>
                </a:lnTo>
                <a:quadBezTo>
                  <a:pt x="94553" y="152406"/>
                  <a:pt x="94901" y="152057"/>
                </a:quadBezTo>
                <a:quadBezTo>
                  <a:pt x="95250" y="151709"/>
                  <a:pt x="95250" y="151216"/>
                </a:quadBezTo>
                <a:lnTo>
                  <a:pt x="95250" y="45130"/>
                </a:lnTo>
                <a:lnTo>
                  <a:pt x="66795" y="16675"/>
                </a:lnTo>
                <a:lnTo>
                  <a:pt x="17859" y="16675"/>
                </a:lnTo>
                <a:quadBezTo>
                  <a:pt x="17366" y="16675"/>
                  <a:pt x="17017" y="17024"/>
                </a:quadBezTo>
                <a:close/>
              </a:path>
            </a:pathLst>
          </a:custGeom>
          <a:solidFill>
            <a:srgbClr val="1F6B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Path"/>
          <p:cNvSpPr/>
          <p:nvPr/>
        </p:nvSpPr>
        <p:spPr>
          <a:xfrm>
            <a:off x="3191965" y="6716215"/>
            <a:ext cx="71259" cy="138790"/>
          </a:xfrm>
          <a:custGeom>
            <a:avLst/>
            <a:gdLst/>
            <a:ahLst/>
            <a:cxnLst/>
            <a:rect l="0" t="0" r="r" b="b"/>
            <a:pathLst>
              <a:path w="71259" h="138790">
                <a:moveTo>
                  <a:pt x="16769" y="33438"/>
                </a:moveTo>
                <a:lnTo>
                  <a:pt x="46535" y="33438"/>
                </a:lnTo>
                <a:quadBezTo>
                  <a:pt x="50029" y="33338"/>
                  <a:pt x="52428" y="35879"/>
                </a:quadBezTo>
                <a:quadBezTo>
                  <a:pt x="54970" y="38279"/>
                  <a:pt x="54869" y="41772"/>
                </a:quadBezTo>
                <a:quadBezTo>
                  <a:pt x="54970" y="45266"/>
                  <a:pt x="52428" y="47666"/>
                </a:quadBezTo>
                <a:quadBezTo>
                  <a:pt x="50029" y="50207"/>
                  <a:pt x="46535" y="50107"/>
                </a:quadBezTo>
                <a:lnTo>
                  <a:pt x="8435" y="50107"/>
                </a:lnTo>
                <a:quadBezTo>
                  <a:pt x="4941" y="50207"/>
                  <a:pt x="2542" y="47666"/>
                </a:quadBezTo>
                <a:quadBezTo>
                  <a:pt x="0" y="45266"/>
                  <a:pt x="101" y="41772"/>
                </a:quadBezTo>
                <a:lnTo>
                  <a:pt x="101" y="8435"/>
                </a:lnTo>
                <a:quadBezTo>
                  <a:pt x="0" y="4941"/>
                  <a:pt x="2542" y="2542"/>
                </a:quadBezTo>
                <a:quadBezTo>
                  <a:pt x="4941" y="0"/>
                  <a:pt x="8435" y="101"/>
                </a:quadBezTo>
                <a:quadBezTo>
                  <a:pt x="11929" y="0"/>
                  <a:pt x="14328" y="2542"/>
                </a:quadBezTo>
                <a:quadBezTo>
                  <a:pt x="16870" y="4941"/>
                  <a:pt x="16769" y="8435"/>
                </a:quadBezTo>
                <a:lnTo>
                  <a:pt x="16769" y="33438"/>
                </a:lnTo>
                <a:close/>
                <a:moveTo>
                  <a:pt x="19091" y="107317"/>
                </a:moveTo>
                <a:lnTo>
                  <a:pt x="30172" y="118398"/>
                </a:lnTo>
                <a:lnTo>
                  <a:pt x="56668" y="90342"/>
                </a:lnTo>
                <a:quadBezTo>
                  <a:pt x="58994" y="87733"/>
                  <a:pt x="62489" y="87734"/>
                </a:quadBezTo>
                <a:quadBezTo>
                  <a:pt x="65979" y="87534"/>
                  <a:pt x="68450" y="90006"/>
                </a:quadBezTo>
                <a:quadBezTo>
                  <a:pt x="71059" y="92332"/>
                  <a:pt x="71058" y="95827"/>
                </a:quadBezTo>
                <a:quadBezTo>
                  <a:pt x="71259" y="99316"/>
                  <a:pt x="68787" y="101788"/>
                </a:quadBezTo>
                <a:lnTo>
                  <a:pt x="36402" y="136078"/>
                </a:lnTo>
                <a:quadBezTo>
                  <a:pt x="36361" y="136121"/>
                  <a:pt x="36319" y="136163"/>
                </a:quadBezTo>
                <a:quadBezTo>
                  <a:pt x="36278" y="136206"/>
                  <a:pt x="36236" y="136248"/>
                </a:quadBezTo>
                <a:quadBezTo>
                  <a:pt x="33836" y="138790"/>
                  <a:pt x="30342" y="138689"/>
                </a:quadBezTo>
                <a:quadBezTo>
                  <a:pt x="26849" y="138790"/>
                  <a:pt x="24449" y="136248"/>
                </a:quadBezTo>
                <a:lnTo>
                  <a:pt x="7304" y="119103"/>
                </a:lnTo>
                <a:quadBezTo>
                  <a:pt x="4762" y="116704"/>
                  <a:pt x="4863" y="113210"/>
                </a:quadBezTo>
                <a:quadBezTo>
                  <a:pt x="4762" y="109716"/>
                  <a:pt x="7304" y="107317"/>
                </a:quadBezTo>
                <a:quadBezTo>
                  <a:pt x="9704" y="104775"/>
                  <a:pt x="13197" y="104876"/>
                </a:quadBezTo>
                <a:quadBezTo>
                  <a:pt x="16691" y="104775"/>
                  <a:pt x="19091" y="107317"/>
                </a:quadBezTo>
                <a:close/>
              </a:path>
            </a:pathLst>
          </a:custGeom>
          <a:solidFill>
            <a:srgbClr val="1F6B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Rectangle"/>
          <p:cNvSpPr/>
          <p:nvPr/>
        </p:nvSpPr>
        <p:spPr>
          <a:xfrm>
            <a:off x="3505200" y="65532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DEB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Path"/>
          <p:cNvSpPr/>
          <p:nvPr/>
        </p:nvSpPr>
        <p:spPr>
          <a:xfrm>
            <a:off x="3658791" y="6697266"/>
            <a:ext cx="111919" cy="169069"/>
          </a:xfrm>
          <a:custGeom>
            <a:avLst/>
            <a:gdLst/>
            <a:ahLst/>
            <a:cxnLst/>
            <a:rect l="0" t="0" r="r" b="b"/>
            <a:pathLst>
              <a:path w="111919" h="169069">
                <a:moveTo>
                  <a:pt x="44847" y="0"/>
                </a:moveTo>
                <a:lnTo>
                  <a:pt x="44847" y="16669"/>
                </a:lnTo>
                <a:lnTo>
                  <a:pt x="17393" y="16669"/>
                </a:lnTo>
                <a:lnTo>
                  <a:pt x="17413" y="16724"/>
                </a:lnTo>
                <a:quadBezTo>
                  <a:pt x="17254" y="16781"/>
                  <a:pt x="17017" y="17017"/>
                </a:quadBezTo>
                <a:lnTo>
                  <a:pt x="16669" y="16669"/>
                </a:lnTo>
                <a:lnTo>
                  <a:pt x="15241" y="16669"/>
                </a:lnTo>
                <a:lnTo>
                  <a:pt x="16741" y="17372"/>
                </a:lnTo>
                <a:quadBezTo>
                  <a:pt x="16669" y="17525"/>
                  <a:pt x="16669" y="17859"/>
                </a:quadBezTo>
                <a:lnTo>
                  <a:pt x="0" y="17859"/>
                </a:lnTo>
                <a:quadBezTo>
                  <a:pt x="0" y="13809"/>
                  <a:pt x="1650" y="10292"/>
                </a:quadBezTo>
                <a:lnTo>
                  <a:pt x="13097" y="15663"/>
                </a:lnTo>
                <a:lnTo>
                  <a:pt x="13097" y="13097"/>
                </a:lnTo>
                <a:lnTo>
                  <a:pt x="5231" y="5231"/>
                </a:lnTo>
                <a:quadBezTo>
                  <a:pt x="8095" y="2367"/>
                  <a:pt x="11749" y="1047"/>
                </a:quadBezTo>
                <a:lnTo>
                  <a:pt x="13097" y="4779"/>
                </a:lnTo>
                <a:lnTo>
                  <a:pt x="13097" y="0"/>
                </a:lnTo>
                <a:lnTo>
                  <a:pt x="44847" y="0"/>
                </a:lnTo>
                <a:close/>
                <a:moveTo>
                  <a:pt x="94661" y="20962"/>
                </a:moveTo>
                <a:lnTo>
                  <a:pt x="82874" y="32749"/>
                </a:lnTo>
                <a:lnTo>
                  <a:pt x="64354" y="14228"/>
                </a:lnTo>
                <a:lnTo>
                  <a:pt x="76140" y="2441"/>
                </a:lnTo>
                <a:lnTo>
                  <a:pt x="94661" y="20962"/>
                </a:lnTo>
                <a:close/>
                <a:moveTo>
                  <a:pt x="0" y="37615"/>
                </a:moveTo>
                <a:lnTo>
                  <a:pt x="16669" y="37615"/>
                </a:lnTo>
                <a:lnTo>
                  <a:pt x="16669" y="62309"/>
                </a:lnTo>
                <a:lnTo>
                  <a:pt x="0" y="62309"/>
                </a:lnTo>
                <a:lnTo>
                  <a:pt x="0" y="37615"/>
                </a:lnTo>
                <a:close/>
                <a:moveTo>
                  <a:pt x="111919" y="72099"/>
                </a:moveTo>
                <a:lnTo>
                  <a:pt x="95250" y="72099"/>
                </a:lnTo>
                <a:lnTo>
                  <a:pt x="95250" y="41672"/>
                </a:lnTo>
                <a:lnTo>
                  <a:pt x="111919" y="41672"/>
                </a:lnTo>
                <a:lnTo>
                  <a:pt x="111919" y="72099"/>
                </a:lnTo>
                <a:close/>
                <a:moveTo>
                  <a:pt x="0" y="82065"/>
                </a:moveTo>
                <a:lnTo>
                  <a:pt x="16669" y="82065"/>
                </a:lnTo>
                <a:lnTo>
                  <a:pt x="16669" y="106759"/>
                </a:lnTo>
                <a:lnTo>
                  <a:pt x="0" y="106759"/>
                </a:lnTo>
                <a:lnTo>
                  <a:pt x="0" y="82065"/>
                </a:lnTo>
                <a:close/>
                <a:moveTo>
                  <a:pt x="111919" y="126868"/>
                </a:moveTo>
                <a:lnTo>
                  <a:pt x="95250" y="126868"/>
                </a:lnTo>
                <a:lnTo>
                  <a:pt x="95250" y="96441"/>
                </a:lnTo>
                <a:lnTo>
                  <a:pt x="111919" y="96441"/>
                </a:lnTo>
                <a:lnTo>
                  <a:pt x="111919" y="126868"/>
                </a:lnTo>
                <a:close/>
                <a:moveTo>
                  <a:pt x="0" y="126515"/>
                </a:moveTo>
                <a:lnTo>
                  <a:pt x="16669" y="126515"/>
                </a:lnTo>
                <a:lnTo>
                  <a:pt x="16669" y="151209"/>
                </a:lnTo>
                <a:lnTo>
                  <a:pt x="0" y="151209"/>
                </a:lnTo>
                <a:lnTo>
                  <a:pt x="0" y="126515"/>
                </a:lnTo>
                <a:close/>
                <a:moveTo>
                  <a:pt x="110269" y="158777"/>
                </a:moveTo>
                <a:lnTo>
                  <a:pt x="95178" y="151696"/>
                </a:lnTo>
                <a:quadBezTo>
                  <a:pt x="95250" y="151543"/>
                  <a:pt x="95250" y="151209"/>
                </a:quadBezTo>
                <a:lnTo>
                  <a:pt x="111919" y="151209"/>
                </a:lnTo>
                <a:quadBezTo>
                  <a:pt x="111919" y="155259"/>
                  <a:pt x="110269" y="158777"/>
                </a:quadBezTo>
                <a:close/>
                <a:moveTo>
                  <a:pt x="1047" y="157320"/>
                </a:moveTo>
                <a:lnTo>
                  <a:pt x="16724" y="151656"/>
                </a:lnTo>
                <a:quadBezTo>
                  <a:pt x="16781" y="151815"/>
                  <a:pt x="17017" y="152051"/>
                </a:quadBezTo>
                <a:lnTo>
                  <a:pt x="5231" y="163838"/>
                </a:lnTo>
                <a:quadBezTo>
                  <a:pt x="2367" y="160974"/>
                  <a:pt x="1047" y="157320"/>
                </a:quadBezTo>
                <a:close/>
                <a:moveTo>
                  <a:pt x="100170" y="168022"/>
                </a:moveTo>
                <a:lnTo>
                  <a:pt x="94506" y="152345"/>
                </a:lnTo>
                <a:quadBezTo>
                  <a:pt x="94665" y="152287"/>
                  <a:pt x="94901" y="152051"/>
                </a:quadBezTo>
                <a:lnTo>
                  <a:pt x="106688" y="163838"/>
                </a:lnTo>
                <a:quadBezTo>
                  <a:pt x="103824" y="166702"/>
                  <a:pt x="100170" y="168022"/>
                </a:quadBezTo>
                <a:close/>
                <a:moveTo>
                  <a:pt x="10292" y="167418"/>
                </a:moveTo>
                <a:lnTo>
                  <a:pt x="17372" y="152328"/>
                </a:lnTo>
                <a:quadBezTo>
                  <a:pt x="17526" y="152400"/>
                  <a:pt x="17859" y="152400"/>
                </a:quadBezTo>
                <a:lnTo>
                  <a:pt x="17859" y="169069"/>
                </a:lnTo>
                <a:quadBezTo>
                  <a:pt x="13809" y="169069"/>
                  <a:pt x="10292" y="167418"/>
                </a:quadBezTo>
                <a:close/>
                <a:moveTo>
                  <a:pt x="51726" y="169069"/>
                </a:moveTo>
                <a:lnTo>
                  <a:pt x="51726" y="152400"/>
                </a:lnTo>
                <a:lnTo>
                  <a:pt x="94059" y="152400"/>
                </a:lnTo>
                <a:lnTo>
                  <a:pt x="94059" y="169069"/>
                </a:lnTo>
                <a:lnTo>
                  <a:pt x="51726" y="169069"/>
                </a:ln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Path"/>
          <p:cNvSpPr/>
          <p:nvPr/>
        </p:nvSpPr>
        <p:spPr>
          <a:xfrm>
            <a:off x="3753940" y="6754315"/>
            <a:ext cx="54970" cy="50207"/>
          </a:xfrm>
          <a:custGeom>
            <a:avLst/>
            <a:gdLst/>
            <a:ahLst/>
            <a:cxnLst/>
            <a:rect l="0" t="0" r="r" b="b"/>
            <a:pathLst>
              <a:path w="54970" h="50207">
                <a:moveTo>
                  <a:pt x="16769" y="8435"/>
                </a:moveTo>
                <a:lnTo>
                  <a:pt x="16769" y="33438"/>
                </a:lnTo>
                <a:lnTo>
                  <a:pt x="46535" y="33438"/>
                </a:lnTo>
                <a:quadBezTo>
                  <a:pt x="50029" y="33338"/>
                  <a:pt x="52428" y="35879"/>
                </a:quadBezTo>
                <a:quadBezTo>
                  <a:pt x="54970" y="38279"/>
                  <a:pt x="54869" y="41772"/>
                </a:quadBezTo>
                <a:quadBezTo>
                  <a:pt x="54970" y="45266"/>
                  <a:pt x="52428" y="47666"/>
                </a:quadBezTo>
                <a:quadBezTo>
                  <a:pt x="50029" y="50207"/>
                  <a:pt x="46535" y="50107"/>
                </a:quadBezTo>
                <a:lnTo>
                  <a:pt x="8435" y="50107"/>
                </a:lnTo>
                <a:quadBezTo>
                  <a:pt x="4941" y="50207"/>
                  <a:pt x="2542" y="47666"/>
                </a:quadBezTo>
                <a:quadBezTo>
                  <a:pt x="0" y="45266"/>
                  <a:pt x="101" y="41772"/>
                </a:quadBezTo>
                <a:lnTo>
                  <a:pt x="101" y="8435"/>
                </a:lnTo>
                <a:quadBezTo>
                  <a:pt x="0" y="4941"/>
                  <a:pt x="2542" y="2542"/>
                </a:quadBezTo>
                <a:quadBezTo>
                  <a:pt x="4941" y="0"/>
                  <a:pt x="8435" y="101"/>
                </a:quadBezTo>
                <a:quadBezTo>
                  <a:pt x="11929" y="0"/>
                  <a:pt x="14328" y="2542"/>
                </a:quadBezTo>
                <a:quadBezTo>
                  <a:pt x="16870" y="4941"/>
                  <a:pt x="16769" y="8435"/>
                </a:quadBezTo>
                <a:close/>
              </a:path>
            </a:pathLst>
          </a:custGeom>
          <a:solidFill>
            <a:srgbClr val="6B6A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Rectangle"/>
          <p:cNvSpPr/>
          <p:nvPr/>
        </p:nvSpPr>
        <p:spPr>
          <a:xfrm>
            <a:off x="4057650" y="65532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BED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Path"/>
          <p:cNvSpPr/>
          <p:nvPr/>
        </p:nvSpPr>
        <p:spPr>
          <a:xfrm>
            <a:off x="4220766" y="6697260"/>
            <a:ext cx="111925" cy="169075"/>
          </a:xfrm>
          <a:custGeom>
            <a:avLst/>
            <a:gdLst/>
            <a:ahLst/>
            <a:cxnLst/>
            <a:rect l="0" t="0" r="r" b="b"/>
            <a:pathLst>
              <a:path w="111925" h="169075">
                <a:moveTo>
                  <a:pt x="13097" y="6"/>
                </a:moveTo>
                <a:lnTo>
                  <a:pt x="70247" y="6"/>
                </a:lnTo>
                <a:quadBezTo>
                  <a:pt x="71906" y="0"/>
                  <a:pt x="73436" y="641"/>
                </a:quadBezTo>
                <a:quadBezTo>
                  <a:pt x="74971" y="1270"/>
                  <a:pt x="76140" y="2447"/>
                </a:quadBezTo>
                <a:lnTo>
                  <a:pt x="109478" y="35785"/>
                </a:lnTo>
                <a:quadBezTo>
                  <a:pt x="110655" y="36954"/>
                  <a:pt x="111284" y="38489"/>
                </a:quadBezTo>
                <a:quadBezTo>
                  <a:pt x="111925" y="40019"/>
                  <a:pt x="111919" y="41678"/>
                </a:quadBezTo>
                <a:lnTo>
                  <a:pt x="111919" y="151216"/>
                </a:lnTo>
                <a:quadBezTo>
                  <a:pt x="111919" y="158613"/>
                  <a:pt x="106688" y="163844"/>
                </a:quadBezTo>
                <a:quadBezTo>
                  <a:pt x="101457" y="169075"/>
                  <a:pt x="94059" y="169075"/>
                </a:quadBezTo>
                <a:lnTo>
                  <a:pt x="17859" y="169075"/>
                </a:lnTo>
                <a:quadBezTo>
                  <a:pt x="10462" y="169075"/>
                  <a:pt x="5231" y="163844"/>
                </a:quadBezTo>
                <a:quadBezTo>
                  <a:pt x="0" y="158613"/>
                  <a:pt x="0" y="151216"/>
                </a:quadBezTo>
                <a:lnTo>
                  <a:pt x="0" y="17866"/>
                </a:lnTo>
                <a:quadBezTo>
                  <a:pt x="0" y="10468"/>
                  <a:pt x="5231" y="5237"/>
                </a:quadBezTo>
                <a:quadBezTo>
                  <a:pt x="8690" y="1778"/>
                  <a:pt x="13097" y="606"/>
                </a:quadBezTo>
                <a:lnTo>
                  <a:pt x="13097" y="6"/>
                </a:lnTo>
                <a:close/>
                <a:moveTo>
                  <a:pt x="17017" y="17024"/>
                </a:moveTo>
                <a:quadBezTo>
                  <a:pt x="16669" y="17372"/>
                  <a:pt x="16669" y="17866"/>
                </a:quadBezTo>
                <a:lnTo>
                  <a:pt x="16669" y="151216"/>
                </a:lnTo>
                <a:quadBezTo>
                  <a:pt x="16669" y="151709"/>
                  <a:pt x="17017" y="152057"/>
                </a:quadBezTo>
                <a:quadBezTo>
                  <a:pt x="17366" y="152406"/>
                  <a:pt x="17859" y="152406"/>
                </a:quadBezTo>
                <a:lnTo>
                  <a:pt x="94059" y="152406"/>
                </a:lnTo>
                <a:quadBezTo>
                  <a:pt x="94553" y="152406"/>
                  <a:pt x="94901" y="152057"/>
                </a:quadBezTo>
                <a:quadBezTo>
                  <a:pt x="95250" y="151709"/>
                  <a:pt x="95250" y="151216"/>
                </a:quadBezTo>
                <a:lnTo>
                  <a:pt x="95250" y="45130"/>
                </a:lnTo>
                <a:lnTo>
                  <a:pt x="66795" y="16675"/>
                </a:lnTo>
                <a:lnTo>
                  <a:pt x="17859" y="16675"/>
                </a:lnTo>
                <a:quadBezTo>
                  <a:pt x="17366" y="16675"/>
                  <a:pt x="17017" y="17024"/>
                </a:quadBezTo>
                <a:close/>
              </a:path>
            </a:pathLst>
          </a:cu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Path"/>
          <p:cNvSpPr/>
          <p:nvPr/>
        </p:nvSpPr>
        <p:spPr>
          <a:xfrm>
            <a:off x="4315192" y="6763117"/>
            <a:ext cx="18316" cy="46891"/>
          </a:xfrm>
          <a:custGeom>
            <a:avLst/>
            <a:gdLst/>
            <a:ahLst/>
            <a:cxnLst/>
            <a:rect l="0" t="0" r="r" b="b"/>
            <a:pathLst>
              <a:path w="18316" h="46891">
                <a:moveTo>
                  <a:pt x="18207" y="9158"/>
                </a:moveTo>
                <a:lnTo>
                  <a:pt x="18207" y="37733"/>
                </a:lnTo>
                <a:quadBezTo>
                  <a:pt x="18316" y="41526"/>
                  <a:pt x="15556" y="44131"/>
                </a:quadBezTo>
                <a:quadBezTo>
                  <a:pt x="12951" y="46891"/>
                  <a:pt x="9158" y="46782"/>
                </a:quadBezTo>
                <a:quadBezTo>
                  <a:pt x="5365" y="46891"/>
                  <a:pt x="2760" y="44131"/>
                </a:quadBezTo>
                <a:quadBezTo>
                  <a:pt x="0" y="41526"/>
                  <a:pt x="109" y="37733"/>
                </a:quadBezTo>
                <a:lnTo>
                  <a:pt x="109" y="9158"/>
                </a:lnTo>
                <a:quadBezTo>
                  <a:pt x="0" y="5365"/>
                  <a:pt x="2760" y="2760"/>
                </a:quadBezTo>
                <a:quadBezTo>
                  <a:pt x="5365" y="0"/>
                  <a:pt x="9158" y="109"/>
                </a:quadBezTo>
                <a:quadBezTo>
                  <a:pt x="12951" y="0"/>
                  <a:pt x="15556" y="2760"/>
                </a:quadBezTo>
                <a:quadBezTo>
                  <a:pt x="18316" y="5365"/>
                  <a:pt x="18207" y="9158"/>
                </a:quadBezTo>
                <a:close/>
              </a:path>
            </a:pathLst>
          </a:cu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Ellipse"/>
          <p:cNvSpPr/>
          <p:nvPr/>
        </p:nvSpPr>
        <p:spPr>
          <a:xfrm>
            <a:off x="4324350" y="6772275"/>
            <a:ext cx="20002" cy="20002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Rectangle"/>
          <p:cNvSpPr/>
          <p:nvPr/>
        </p:nvSpPr>
        <p:spPr>
          <a:xfrm>
            <a:off x="4763" y="6081713"/>
            <a:ext cx="13706475" cy="1114425"/>
          </a:xfrm>
          <a:prstGeom prst="roundRect">
            <a:avLst>
              <a:gd name="adj" fmla="val 8119"/>
            </a:avLst>
          </a:prstGeom>
          <a:noFill/>
          <a:ln w="9525">
            <a:solidFill>
              <a:srgbClr val="DDDAD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PAGX</Application>
  <Paragraphs>0</Paragraphs>
  <Slides>6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